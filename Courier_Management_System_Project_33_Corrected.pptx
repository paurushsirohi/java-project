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1" r:id="rId4"/>
    <p:sldId id="258" r:id="rId5"/>
    <p:sldId id="259" r:id="rId6"/>
    <p:sldId id="260" r:id="rId7"/>
    <p:sldId id="263" r:id="rId8"/>
    <p:sldId id="264" r:id="rId9"/>
    <p:sldId id="265" r:id="rId10"/>
    <p:sldId id="266" r:id="rId11"/>
    <p:sldId id="267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80BE3C-B0B0-4CFB-816B-712D973A64E0}" v="3" dt="2026-09-15T10:05:24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Relationship Id="rId2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SP MADHURI" userId="d5baabbced009fe2" providerId="LiveId" clId="{5C1935DC-7BAA-4BFD-8AE9-FAF66D151093}"/>
    <pc:docChg chg="undo custSel addSld modSld sldOrd">
      <pc:chgData name="TSP MADHURI" userId="d5baabbced009fe2" providerId="LiveId" clId="{5C1935DC-7BAA-4BFD-8AE9-FAF66D151093}" dt="2026-09-15T10:01:58.231" v="188" actId="22"/>
      <pc:docMkLst>
        <pc:docMk/>
      </pc:docMkLst>
      <pc:sldChg chg="addSp delSp modSp mod">
        <pc:chgData name="TSP MADHURI" userId="d5baabbced009fe2" providerId="LiveId" clId="{5C1935DC-7BAA-4BFD-8AE9-FAF66D151093}" dt="2026-09-15T10:01:58.231" v="188" actId="22"/>
        <pc:sldMkLst>
          <pc:docMk/>
          <pc:sldMk cId="1570750093" sldId="256"/>
        </pc:sldMkLst>
        <pc:spChg chg="mod">
          <ac:chgData name="TSP MADHURI" userId="d5baabbced009fe2" providerId="LiveId" clId="{5C1935DC-7BAA-4BFD-8AE9-FAF66D151093}" dt="2026-09-15T09:58:58.254" v="62" actId="20577"/>
          <ac:spMkLst>
            <pc:docMk/>
            <pc:sldMk cId="1570750093" sldId="256"/>
            <ac:spMk id="2" creationId="{81C0CCFF-527E-4AC9-A45F-A8196F49E0C3}"/>
          </ac:spMkLst>
        </pc:spChg>
        <pc:spChg chg="mod">
          <ac:chgData name="TSP MADHURI" userId="d5baabbced009fe2" providerId="LiveId" clId="{5C1935DC-7BAA-4BFD-8AE9-FAF66D151093}" dt="2026-09-15T09:59:08.667" v="65"/>
          <ac:spMkLst>
            <pc:docMk/>
            <pc:sldMk cId="1570750093" sldId="256"/>
            <ac:spMk id="3" creationId="{A452AC95-AA7D-A76A-037F-6B2DB5A27E48}"/>
          </ac:spMkLst>
        </pc:spChg>
        <pc:spChg chg="add del">
          <ac:chgData name="TSP MADHURI" userId="d5baabbced009fe2" providerId="LiveId" clId="{5C1935DC-7BAA-4BFD-8AE9-FAF66D151093}" dt="2026-09-15T09:58:23.995" v="1" actId="22"/>
          <ac:spMkLst>
            <pc:docMk/>
            <pc:sldMk cId="1570750093" sldId="256"/>
            <ac:spMk id="5" creationId="{16E58A68-9A46-73D5-6ACA-6EBDA713DE38}"/>
          </ac:spMkLst>
        </pc:spChg>
        <pc:spChg chg="add del mod">
          <ac:chgData name="TSP MADHURI" userId="d5baabbced009fe2" providerId="LiveId" clId="{5C1935DC-7BAA-4BFD-8AE9-FAF66D151093}" dt="2026-09-15T10:01:58.231" v="188" actId="22"/>
          <ac:spMkLst>
            <pc:docMk/>
            <pc:sldMk cId="1570750093" sldId="256"/>
            <ac:spMk id="7" creationId="{195ACB3F-808A-0A7A-B8BD-A70C42ECC1E5}"/>
          </ac:spMkLst>
        </pc:spChg>
      </pc:sldChg>
      <pc:sldChg chg="modSp new mod">
        <pc:chgData name="TSP MADHURI" userId="d5baabbced009fe2" providerId="LiveId" clId="{5C1935DC-7BAA-4BFD-8AE9-FAF66D151093}" dt="2026-09-15T09:59:16.247" v="74" actId="20577"/>
        <pc:sldMkLst>
          <pc:docMk/>
          <pc:sldMk cId="676338040" sldId="257"/>
        </pc:sldMkLst>
        <pc:spChg chg="mod">
          <ac:chgData name="TSP MADHURI" userId="d5baabbced009fe2" providerId="LiveId" clId="{5C1935DC-7BAA-4BFD-8AE9-FAF66D151093}" dt="2026-09-15T09:59:16.247" v="74" actId="20577"/>
          <ac:spMkLst>
            <pc:docMk/>
            <pc:sldMk cId="676338040" sldId="257"/>
            <ac:spMk id="2" creationId="{EDE71AF3-F02C-0F4C-0929-57F8B753540D}"/>
          </ac:spMkLst>
        </pc:spChg>
      </pc:sldChg>
      <pc:sldChg chg="modSp new mod">
        <pc:chgData name="TSP MADHURI" userId="d5baabbced009fe2" providerId="LiveId" clId="{5C1935DC-7BAA-4BFD-8AE9-FAF66D151093}" dt="2026-09-15T09:59:25.529" v="86" actId="20577"/>
        <pc:sldMkLst>
          <pc:docMk/>
          <pc:sldMk cId="4104242747" sldId="258"/>
        </pc:sldMkLst>
        <pc:spChg chg="mod">
          <ac:chgData name="TSP MADHURI" userId="d5baabbced009fe2" providerId="LiveId" clId="{5C1935DC-7BAA-4BFD-8AE9-FAF66D151093}" dt="2026-09-15T09:59:25.529" v="86" actId="20577"/>
          <ac:spMkLst>
            <pc:docMk/>
            <pc:sldMk cId="4104242747" sldId="258"/>
            <ac:spMk id="2" creationId="{8E154CC5-4FD5-611A-4481-E878E281E2CD}"/>
          </ac:spMkLst>
        </pc:spChg>
      </pc:sldChg>
      <pc:sldChg chg="modSp new mod">
        <pc:chgData name="TSP MADHURI" userId="d5baabbced009fe2" providerId="LiveId" clId="{5C1935DC-7BAA-4BFD-8AE9-FAF66D151093}" dt="2026-09-15T09:59:36.234" v="101" actId="20577"/>
        <pc:sldMkLst>
          <pc:docMk/>
          <pc:sldMk cId="4178111765" sldId="259"/>
        </pc:sldMkLst>
        <pc:spChg chg="mod">
          <ac:chgData name="TSP MADHURI" userId="d5baabbced009fe2" providerId="LiveId" clId="{5C1935DC-7BAA-4BFD-8AE9-FAF66D151093}" dt="2026-09-15T09:59:36.234" v="101" actId="20577"/>
          <ac:spMkLst>
            <pc:docMk/>
            <pc:sldMk cId="4178111765" sldId="259"/>
            <ac:spMk id="2" creationId="{3954FDF4-A21D-11D6-CA7A-382058E2F499}"/>
          </ac:spMkLst>
        </pc:spChg>
      </pc:sldChg>
      <pc:sldChg chg="modSp new mod">
        <pc:chgData name="TSP MADHURI" userId="d5baabbced009fe2" providerId="LiveId" clId="{5C1935DC-7BAA-4BFD-8AE9-FAF66D151093}" dt="2026-09-15T09:59:46.562" v="113" actId="20577"/>
        <pc:sldMkLst>
          <pc:docMk/>
          <pc:sldMk cId="1869875426" sldId="260"/>
        </pc:sldMkLst>
        <pc:spChg chg="mod">
          <ac:chgData name="TSP MADHURI" userId="d5baabbced009fe2" providerId="LiveId" clId="{5C1935DC-7BAA-4BFD-8AE9-FAF66D151093}" dt="2026-09-15T09:59:46.562" v="113" actId="20577"/>
          <ac:spMkLst>
            <pc:docMk/>
            <pc:sldMk cId="1869875426" sldId="260"/>
            <ac:spMk id="2" creationId="{C73BDDFB-DFEC-7A21-D889-17965A225820}"/>
          </ac:spMkLst>
        </pc:spChg>
      </pc:sldChg>
      <pc:sldChg chg="modSp new mod ord">
        <pc:chgData name="TSP MADHURI" userId="d5baabbced009fe2" providerId="LiveId" clId="{5C1935DC-7BAA-4BFD-8AE9-FAF66D151093}" dt="2026-09-15T10:00:14.865" v="149"/>
        <pc:sldMkLst>
          <pc:docMk/>
          <pc:sldMk cId="3980090555" sldId="261"/>
        </pc:sldMkLst>
        <pc:spChg chg="mod">
          <ac:chgData name="TSP MADHURI" userId="d5baabbced009fe2" providerId="LiveId" clId="{5C1935DC-7BAA-4BFD-8AE9-FAF66D151093}" dt="2026-09-15T10:00:08.859" v="147" actId="20577"/>
          <ac:spMkLst>
            <pc:docMk/>
            <pc:sldMk cId="3980090555" sldId="261"/>
            <ac:spMk id="2" creationId="{54D4AC2B-1702-695F-E0B5-9F6550F04B7D}"/>
          </ac:spMkLst>
        </pc:spChg>
      </pc:sldChg>
      <pc:sldChg chg="modSp new mod">
        <pc:chgData name="TSP MADHURI" userId="d5baabbced009fe2" providerId="LiveId" clId="{5C1935DC-7BAA-4BFD-8AE9-FAF66D151093}" dt="2026-09-15T10:00:56.631" v="184" actId="20577"/>
        <pc:sldMkLst>
          <pc:docMk/>
          <pc:sldMk cId="1396777043" sldId="262"/>
        </pc:sldMkLst>
        <pc:spChg chg="mod">
          <ac:chgData name="TSP MADHURI" userId="d5baabbced009fe2" providerId="LiveId" clId="{5C1935DC-7BAA-4BFD-8AE9-FAF66D151093}" dt="2026-09-15T10:00:56.631" v="184" actId="20577"/>
          <ac:spMkLst>
            <pc:docMk/>
            <pc:sldMk cId="1396777043" sldId="262"/>
            <ac:spMk id="2" creationId="{BDCEF2EB-DC8E-A39F-8C45-4CB81854799A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AFC0-00B8-4117-895C-3E834B171036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476CA-421D-4B57-8942-5762D93F1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16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F3B8-DDEB-3931-BD30-FCDF92768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E52B7-3612-C42C-E3C4-1568700E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2A539-9977-5E0E-CDC1-067BB186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49C3-E12B-4CC2-9FA1-D4C0643B7241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91C38-BEF3-AA2E-ACFE-DCF1543B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CB7FA-8196-F586-E960-B5BAE429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B3F1FD-0147-797C-0ED6-E694A2BD62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59C4-DC4A-CF70-25D2-F39535A1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6C27E-0A06-D409-8884-852E74A29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AC31F-7BFD-CA38-00A7-A2FD01A0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15AD4-5B3F-78FD-DE66-C3F50AC63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0549F-8592-A2F0-A7A6-A1C45E9E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81CCB4-DDFA-058A-AE03-5A3CFCA9F8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AB08-E23E-771E-1FDE-DC7851594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36FC1-1DB6-A8A4-C315-834C3FFCF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65D3F-93C4-BE6A-B0D8-5AFF3E69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BF378-8F16-492D-87B3-963C20ACF441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2169B-9903-41C3-CC1A-A773A925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C6B5-6988-9DF9-8223-C5EB677C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DABBD-F85F-360C-A546-D5E0B92597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5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88FF-7E75-1B89-7C11-7B6C180B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E0077-B676-7850-AAD4-77689FB5B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4118E-9650-EED0-1592-D4AD00CF4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D1BDD-D86C-6A53-CEF7-1AEC9AB1A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781E-9150-4561-9F7C-01394C55C5AE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15FF2-A4C5-135F-9FA1-A00A6BF9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FB8AA-FC6D-B278-7FFF-C52EF430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064E1C-D746-419C-5FE6-033B95CAC3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6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900-8F42-8A20-E378-434465ED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DB5D6-6D80-913C-77A3-83E1C2757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7E712-FB4A-DBE7-7EE8-B34465C75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C7C92-E667-0F30-6C26-267F10CBC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1715A-AF86-785C-73F2-00FF9D5D32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1D6D5-269C-31AC-CC40-917E0E24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2896-961F-4F7A-B2DD-D0EFF57BA027}" type="datetime1">
              <a:rPr lang="en-IN" smtClean="0"/>
              <a:t>15-10-2026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0DFF97-DB90-A3DC-1A5F-E041ABA4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FEC1F-4C0D-B461-B76D-FAFE7A86B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D765FD-6DB7-1155-27BC-BD0DB45299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33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FB57-0CBB-0AA3-9BF0-2ED23379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2CE64-C359-3445-7AB9-29DE8577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51132-6BA4-40BC-AB03-D6B9C4F193FC}" type="datetime1">
              <a:rPr lang="en-IN" smtClean="0"/>
              <a:t>15-10-2026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63F73F-0420-C605-3EFF-74CBBE1B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EE44D-529C-1AC9-123B-7EBF53FA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A6640D-01A3-9B0C-80EF-F10DE42207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80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479728-5FED-202E-6651-A7474C32A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  <a:t>15-10-2026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F6D777-ECC4-1DAB-81FF-7D7AF3FF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56A1D-0096-D4B4-2B11-1CDFE331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0B416-1EF4-3CD6-8E26-DC636E7B37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29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5010-2418-091A-429D-37E400AB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91DC8-3F06-BF0E-8109-8C1FEDEAD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44A7E-4423-60E2-E6E9-AAF09976D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3B07B-D8E2-C0AA-F7E4-545DF979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E2A2-8283-469E-B4A1-D6877668ECFE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B3DF0-CC05-0B05-24D9-6663B5E1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B53E2-0205-A987-5D45-0DFC51D8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6F4A6A-FE20-C82E-95DD-FA2A5FCB0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7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7E51-2E25-5BFC-2696-794A224B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9DC63-25C2-8B4F-3683-6B0A9BC75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EBA80-D1E6-9786-229E-B9B70D9BD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DED29-F47E-2534-AFB4-003A8091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0A723-EDD4-4822-84BE-4B7F697B4E56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6DE89-3F60-1B9B-0597-F389CAA72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B78F6-7EC0-BF15-5CA1-F0159D79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256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8785-1FEB-0757-FEC8-6AA1CB86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94473-1718-0D76-22B7-33E82D611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9B1E2-29EC-2F2E-B362-55E80C4D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764-2CC6-431B-B501-1DF197EE73CC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6D9E9-31F7-01F5-C19A-438C4077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E1B4F-5C80-EFB0-BA9F-8F17B844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2412BD-D800-391F-9FB6-159E83E747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46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43F02-0084-480F-2BA3-75A1C0102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22D9D-B106-6765-76CF-C9843EC19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262E0-081B-BE3A-F92B-73DE583E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EFFA-3959-41FE-A774-B9B27FD8983C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9D4DC-613B-8105-F661-A37BB2AD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46AAE-21DC-2AE1-CF07-91F73A4D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54406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48038-F901-EAD1-D5DB-03603E89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E2A14-F9FA-9B0B-5AA7-D785E09BA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56813-B660-C26F-CFEF-AF22C547F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F4BF4-0D93-4F1E-82BB-778F1EDDD45F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697EB-16D9-74E1-1448-0CDC28071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42DC9-4178-3222-F3F2-C5EC792CA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48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0CCFF-527E-4AC9-A45F-A8196F49E0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Courier Management System</a:t>
            </a:r>
          </a:p>
          <a:p>
            <a:r>
              <a:t>Team No: 33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2AC95-AA7D-A76A-037F-6B2DB5A27E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/>
              <a:t>Krishna Praneeth     2620090037</a:t>
            </a:r>
          </a:p>
          <a:p>
            <a:r>
              <a:rPr sz="2200"/>
              <a:t>Paurush Sirohi          2620090004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FCDBBB2-97B1-B1CE-72F7-62625B779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7D318-FBF5-482E-BB10-69D54EA53D7B}" type="datetime1">
              <a:rPr lang="en-IN" smtClean="0"/>
              <a:t>15-10-2026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7EDCEF-417A-3750-BB67-C2592E7FA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</a:t>
            </a:fld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1554480" y="5394960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64646"/>
                </a:solidFill>
                <a:latin typeface="Arial"/>
              </a:defRPr>
            </a:pPr>
            <a:r>
              <a:t>CSIT  •  KLH Bachupally  •  Faculty Mentor: Dr Gopikrishna</a:t>
            </a:r>
          </a:p>
        </p:txBody>
      </p:sp>
    </p:spTree>
    <p:extLst>
      <p:ext uri="{BB962C8B-B14F-4D97-AF65-F5344CB8AC3E}">
        <p14:creationId xmlns:p14="http://schemas.microsoft.com/office/powerpoint/2010/main" val="1570750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71AF3-F02C-0F4C-0929-57F8B7535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0">
                <a:latin typeface="Arial"/>
              </a:defRPr>
            </a:pPr>
            <a:r>
              <a:t>Abstract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055FA-8EC1-0FDC-21CB-845F9016C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819AD-E7C0-4450-A29A-C3AB3AFFF6BF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CFF38-D9B5-1B3E-0EC5-08CA2C21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2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10058400" cy="429768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>
            <a:pPr>
              <a:defRPr sz="2400" b="1">
                <a:solidFill>
                  <a:srgbClr val="1E415F"/>
                </a:solidFill>
                <a:latin typeface="Arial"/>
              </a:defRPr>
            </a:pPr>
            <a:r>
              <a:t>Project Summary</a:t>
            </a:r>
          </a:p>
          <a:p>
            <a:pPr>
              <a:spcBef>
                <a:spcPts val="1300"/>
              </a:spcBef>
              <a:defRPr sz="2100">
                <a:solidFill>
                  <a:srgbClr val="2D2D2D"/>
                </a:solidFill>
                <a:latin typeface="Arial"/>
              </a:defRPr>
            </a:pPr>
            <a:r>
              <a:t>This project demonstrates a simple courier tracking system using Java.</a:t>
            </a:r>
          </a:p>
          <a:p>
            <a:pPr>
              <a:spcBef>
                <a:spcPts val="1300"/>
              </a:spcBef>
              <a:defRPr sz="2100">
                <a:solidFill>
                  <a:srgbClr val="2D2D2D"/>
                </a:solidFill>
                <a:latin typeface="Arial"/>
              </a:defRPr>
            </a:pPr>
            <a:r>
              <a:t>It accepts a parcel ID and shows the route from Warehouse to Sorting Hub and Customer Address.</a:t>
            </a:r>
          </a:p>
          <a:p>
            <a:pPr>
              <a:spcBef>
                <a:spcPts val="1300"/>
              </a:spcBef>
              <a:defRPr sz="2100">
                <a:solidFill>
                  <a:srgbClr val="2D2D2D"/>
                </a:solidFill>
                <a:latin typeface="Arial"/>
              </a:defRPr>
            </a:pPr>
            <a:r>
              <a:t>Users can move between stops, check status, and confirm whether delivery is successful.</a:t>
            </a:r>
          </a:p>
        </p:txBody>
      </p:sp>
    </p:spTree>
    <p:extLst>
      <p:ext uri="{BB962C8B-B14F-4D97-AF65-F5344CB8AC3E}">
        <p14:creationId xmlns:p14="http://schemas.microsoft.com/office/powerpoint/2010/main" val="676338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4AC2B-1702-695F-E0B5-9F6550F04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0">
                <a:latin typeface="Arial"/>
              </a:defRPr>
            </a:pPr>
            <a:r>
              <a:t>Understanding Problem Statement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350AE-3599-26AF-9C41-62ADA08AE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9410-9F72-4C75-ADBD-63106BC7C7D6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61277-3D40-ACA2-AEC9-E9A0E9DC1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3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10058400" cy="429768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>
            <a:pPr>
              <a:defRPr sz="2400" b="1">
                <a:solidFill>
                  <a:srgbClr val="1E415F"/>
                </a:solidFill>
                <a:latin typeface="Arial"/>
              </a:defRPr>
            </a:pPr>
            <a:r>
              <a:t>Problem Statement</a:t>
            </a:r>
          </a:p>
          <a:p>
            <a:pPr>
              <a:spcBef>
                <a:spcPts val="1300"/>
              </a:spcBef>
              <a:defRPr sz="2100">
                <a:solidFill>
                  <a:srgbClr val="2D2D2D"/>
                </a:solidFill>
                <a:latin typeface="Arial"/>
              </a:defRPr>
            </a:pPr>
            <a:r>
              <a:t>Customers need a simple way to know where their parcel is during delivery.</a:t>
            </a:r>
          </a:p>
          <a:p>
            <a:pPr>
              <a:spcBef>
                <a:spcPts val="1300"/>
              </a:spcBef>
              <a:defRPr sz="2100">
                <a:solidFill>
                  <a:srgbClr val="2D2D2D"/>
                </a:solidFill>
                <a:latin typeface="Arial"/>
              </a:defRPr>
            </a:pPr>
            <a:r>
              <a:t>The system displays the parcel route and current status.</a:t>
            </a:r>
          </a:p>
          <a:p>
            <a:pPr>
              <a:spcBef>
                <a:spcPts val="1300"/>
              </a:spcBef>
              <a:defRPr sz="2100">
                <a:solidFill>
                  <a:srgbClr val="2D2D2D"/>
                </a:solidFill>
                <a:latin typeface="Arial"/>
              </a:defRPr>
            </a:pPr>
            <a:r>
              <a:t>Objectives: accept a parcel ID, update parcel status, check progress, and record DELIVERED or FAILED_DELIVERY.</a:t>
            </a:r>
          </a:p>
        </p:txBody>
      </p:sp>
    </p:spTree>
    <p:extLst>
      <p:ext uri="{BB962C8B-B14F-4D97-AF65-F5344CB8AC3E}">
        <p14:creationId xmlns:p14="http://schemas.microsoft.com/office/powerpoint/2010/main" val="3980090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54CC5-4FD5-611A-4481-E878E281E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0">
                <a:latin typeface="Arial"/>
              </a:defRPr>
            </a:pPr>
            <a:r>
              <a:t>CO 1 Topics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7C684-562B-9D58-E086-68CEC325C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7212C-F907-4AC4-966E-162B34E8EFA5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33CBD-9819-BA1C-8720-D89215B1A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4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10058400" cy="429768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>
            <a:pPr>
              <a:defRPr sz="2300" b="1">
                <a:solidFill>
                  <a:srgbClr val="1E415F"/>
                </a:solidFill>
                <a:latin typeface="Arial"/>
              </a:defRPr>
            </a:pPr>
            <a:r>
              <a:t>Basic Java Input and Data</a:t>
            </a:r>
          </a:p>
          <a:p>
            <a:pPr>
              <a:spcBef>
                <a:spcPts val="1300"/>
              </a:spcBef>
              <a:defRPr sz="2000">
                <a:solidFill>
                  <a:srgbClr val="2D2D2D"/>
                </a:solidFill>
                <a:latin typeface="Arial"/>
              </a:defRPr>
            </a:pPr>
            <a:r>
              <a:t>Scanner is used to read the parcel ID and menu choices.</a:t>
            </a:r>
          </a:p>
          <a:p>
            <a:pPr>
              <a:spcBef>
                <a:spcPts val="1300"/>
              </a:spcBef>
              <a:defRPr sz="2000">
                <a:solidFill>
                  <a:srgbClr val="2D2D2D"/>
                </a:solidFill>
                <a:latin typeface="Arial"/>
              </a:defRPr>
            </a:pPr>
            <a:r>
              <a:t>A String array stores the delivery route: Warehouse, Sorting Hub, Customer Address.</a:t>
            </a:r>
          </a:p>
          <a:p>
            <a:pPr>
              <a:spcBef>
                <a:spcPts val="1300"/>
              </a:spcBef>
              <a:defRPr sz="2000">
                <a:solidFill>
                  <a:srgbClr val="2D2D2D"/>
                </a:solidFill>
                <a:latin typeface="Arial"/>
              </a:defRPr>
            </a:pPr>
            <a:r>
              <a:t>These concepts help organise parcel information and user input.</a:t>
            </a:r>
          </a:p>
        </p:txBody>
      </p:sp>
    </p:spTree>
    <p:extLst>
      <p:ext uri="{BB962C8B-B14F-4D97-AF65-F5344CB8AC3E}">
        <p14:creationId xmlns:p14="http://schemas.microsoft.com/office/powerpoint/2010/main" val="410424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4FDF4-A21D-11D6-CA7A-382058E2F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0">
                <a:latin typeface="Arial"/>
              </a:defRPr>
            </a:pPr>
            <a:r>
              <a:t>CO 2 Topics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11724-4931-2511-D4E0-AFF95EF4D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A43E7-AB4E-4C38-9410-6577E2291C02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284BF-AE73-C39E-0CCD-CD938FF8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5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10058400" cy="429768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>
            <a:pPr>
              <a:defRPr sz="2300" b="1">
                <a:solidFill>
                  <a:srgbClr val="1E415F"/>
                </a:solidFill>
                <a:latin typeface="Arial"/>
              </a:defRPr>
            </a:pPr>
            <a:r>
              <a:t>Loops and Selection</a:t>
            </a:r>
          </a:p>
          <a:p>
            <a:pPr>
              <a:spcBef>
                <a:spcPts val="1300"/>
              </a:spcBef>
              <a:defRPr sz="2000">
                <a:solidFill>
                  <a:srgbClr val="2D2D2D"/>
                </a:solidFill>
                <a:latin typeface="Arial"/>
              </a:defRPr>
            </a:pPr>
            <a:r>
              <a:t>A while loop repeats the tracking menu until the user exits.</a:t>
            </a:r>
          </a:p>
          <a:p>
            <a:pPr>
              <a:spcBef>
                <a:spcPts val="1300"/>
              </a:spcBef>
              <a:defRPr sz="2000">
                <a:solidFill>
                  <a:srgbClr val="2D2D2D"/>
                </a:solidFill>
                <a:latin typeface="Arial"/>
              </a:defRPr>
            </a:pPr>
            <a:r>
              <a:t>A switch statement handles actions such as moving to the next stop or checking status.</a:t>
            </a:r>
          </a:p>
          <a:p>
            <a:pPr>
              <a:spcBef>
                <a:spcPts val="1300"/>
              </a:spcBef>
              <a:defRPr sz="2000">
                <a:solidFill>
                  <a:srgbClr val="2D2D2D"/>
                </a:solidFill>
                <a:latin typeface="Arial"/>
              </a:defRPr>
            </a:pPr>
            <a:r>
              <a:t>if-else checks the delivery confirmation and sets the final status.</a:t>
            </a:r>
          </a:p>
        </p:txBody>
      </p:sp>
    </p:spTree>
    <p:extLst>
      <p:ext uri="{BB962C8B-B14F-4D97-AF65-F5344CB8AC3E}">
        <p14:creationId xmlns:p14="http://schemas.microsoft.com/office/powerpoint/2010/main" val="4178111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BDDFB-DFEC-7A21-D889-17965A225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0">
                <a:latin typeface="Arial"/>
              </a:defRPr>
            </a:pPr>
            <a:r>
              <a:t>CO 3 Topics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078FF-2013-E475-6F3D-0A16F8585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71FF-0CE0-4D83-9933-F69CED863D80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E39BA-552D-5E87-9C16-8B5724296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6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10058400" cy="429768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>
            <a:pPr>
              <a:defRPr sz="2300" b="1">
                <a:solidFill>
                  <a:srgbClr val="1E415F"/>
                </a:solidFill>
                <a:latin typeface="Arial"/>
              </a:defRPr>
            </a:pPr>
            <a:r>
              <a:t>Methods and String Handling</a:t>
            </a:r>
          </a:p>
          <a:p>
            <a:pPr>
              <a:spcBef>
                <a:spcPts val="1300"/>
              </a:spcBef>
              <a:defRPr sz="2000">
                <a:solidFill>
                  <a:srgbClr val="2D2D2D"/>
                </a:solidFill>
                <a:latin typeface="Arial"/>
              </a:defRPr>
            </a:pPr>
            <a:r>
              <a:t>equalsIgnoreCase() accepts responses such as YES, yes, or Yes.</a:t>
            </a:r>
          </a:p>
          <a:p>
            <a:pPr>
              <a:spcBef>
                <a:spcPts val="1300"/>
              </a:spcBef>
              <a:defRPr sz="2000">
                <a:solidFill>
                  <a:srgbClr val="2D2D2D"/>
                </a:solidFill>
                <a:latin typeface="Arial"/>
              </a:defRPr>
            </a:pPr>
            <a:r>
              <a:t>Conditions validate user choices and delivery responses.</a:t>
            </a:r>
          </a:p>
          <a:p>
            <a:pPr>
              <a:spcBef>
                <a:spcPts val="1300"/>
              </a:spcBef>
              <a:defRPr sz="2000">
                <a:solidFill>
                  <a:srgbClr val="2D2D2D"/>
                </a:solidFill>
                <a:latin typeface="Arial"/>
              </a:defRPr>
            </a:pPr>
            <a:r>
              <a:t>Clear status messages help the user understand the parcel's progress.</a:t>
            </a:r>
          </a:p>
        </p:txBody>
      </p:sp>
    </p:spTree>
    <p:extLst>
      <p:ext uri="{BB962C8B-B14F-4D97-AF65-F5344CB8AC3E}">
        <p14:creationId xmlns:p14="http://schemas.microsoft.com/office/powerpoint/2010/main" val="1869875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E591A-E528-51A2-6477-BF5075B32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0">
                <a:latin typeface="Arial"/>
              </a:defRPr>
            </a:pPr>
            <a:r>
              <a:t>CO 4 Topics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15390-19B0-38A3-419D-59F37FA3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53250B-C6BE-E742-A34D-6B496E77E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7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10058400" cy="429768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>
            <a:pPr>
              <a:defRPr sz="2300" b="1">
                <a:solidFill>
                  <a:srgbClr val="1E415F"/>
                </a:solidFill>
                <a:latin typeface="Arial"/>
              </a:defRPr>
            </a:pPr>
            <a:r>
              <a:t>Program Flow</a:t>
            </a:r>
          </a:p>
          <a:p>
            <a:pPr>
              <a:spcBef>
                <a:spcPts val="1300"/>
              </a:spcBef>
              <a:defRPr sz="2000">
                <a:solidFill>
                  <a:srgbClr val="2D2D2D"/>
                </a:solidFill>
                <a:latin typeface="Arial"/>
              </a:defRPr>
            </a:pPr>
            <a:r>
              <a:t>Start by entering the parcel ID.</a:t>
            </a:r>
          </a:p>
          <a:p>
            <a:pPr>
              <a:spcBef>
                <a:spcPts val="1300"/>
              </a:spcBef>
              <a:defRPr sz="2000">
                <a:solidFill>
                  <a:srgbClr val="2D2D2D"/>
                </a:solidFill>
                <a:latin typeface="Arial"/>
              </a:defRPr>
            </a:pPr>
            <a:r>
              <a:t>Display the current stop and status.</a:t>
            </a:r>
          </a:p>
          <a:p>
            <a:pPr>
              <a:spcBef>
                <a:spcPts val="1300"/>
              </a:spcBef>
              <a:defRPr sz="2000">
                <a:solidFill>
                  <a:srgbClr val="2D2D2D"/>
                </a:solidFill>
                <a:latin typeface="Arial"/>
              </a:defRPr>
            </a:pPr>
            <a:r>
              <a:t>Allow the user to move forward, check status, or exit.</a:t>
            </a:r>
          </a:p>
          <a:p>
            <a:pPr>
              <a:spcBef>
                <a:spcPts val="1300"/>
              </a:spcBef>
              <a:defRPr sz="2000">
                <a:solidFill>
                  <a:srgbClr val="2D2D2D"/>
                </a:solidFill>
                <a:latin typeface="Arial"/>
              </a:defRPr>
            </a:pPr>
            <a:r>
              <a:t>At the destination, confirm delivery and display the final result.</a:t>
            </a:r>
          </a:p>
        </p:txBody>
      </p:sp>
    </p:spTree>
    <p:extLst>
      <p:ext uri="{BB962C8B-B14F-4D97-AF65-F5344CB8AC3E}">
        <p14:creationId xmlns:p14="http://schemas.microsoft.com/office/powerpoint/2010/main" val="2034974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4DDC3-4D1F-21CF-55F4-04AC539E2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0">
                <a:latin typeface="Arial"/>
              </a:defRPr>
            </a:pPr>
            <a:r>
              <a:t>CO 5 Topics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D4194-282F-9DD3-B905-AF4DCC709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2EFFB7-2020-7F21-31F3-A08A79B5E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8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10058400" cy="429768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>
            <a:pPr>
              <a:defRPr sz="2300" b="1">
                <a:solidFill>
                  <a:srgbClr val="1E415F"/>
                </a:solidFill>
                <a:latin typeface="Arial"/>
              </a:defRPr>
            </a:pPr>
            <a:r>
              <a:t>Testing and Validation</a:t>
            </a:r>
          </a:p>
          <a:p>
            <a:pPr>
              <a:spcBef>
                <a:spcPts val="1300"/>
              </a:spcBef>
              <a:defRPr sz="2000">
                <a:solidFill>
                  <a:srgbClr val="2D2D2D"/>
                </a:solidFill>
                <a:latin typeface="Arial"/>
              </a:defRPr>
            </a:pPr>
            <a:r>
              <a:t>Test with a sample parcel ID such as PKG1024.</a:t>
            </a:r>
          </a:p>
          <a:p>
            <a:pPr>
              <a:spcBef>
                <a:spcPts val="1300"/>
              </a:spcBef>
              <a:defRPr sz="2000">
                <a:solidFill>
                  <a:srgbClr val="2D2D2D"/>
                </a:solidFill>
                <a:latin typeface="Arial"/>
              </a:defRPr>
            </a:pPr>
            <a:r>
              <a:t>Check that the route shows all three stops in order.</a:t>
            </a:r>
          </a:p>
          <a:p>
            <a:pPr>
              <a:spcBef>
                <a:spcPts val="1300"/>
              </a:spcBef>
              <a:defRPr sz="2000">
                <a:solidFill>
                  <a:srgbClr val="2D2D2D"/>
                </a:solidFill>
                <a:latin typeface="Arial"/>
              </a:defRPr>
            </a:pPr>
            <a:r>
              <a:t>Try valid and invalid menu choices.</a:t>
            </a:r>
          </a:p>
          <a:p>
            <a:pPr>
              <a:spcBef>
                <a:spcPts val="1300"/>
              </a:spcBef>
              <a:defRPr sz="2000">
                <a:solidFill>
                  <a:srgbClr val="2D2D2D"/>
                </a:solidFill>
                <a:latin typeface="Arial"/>
              </a:defRPr>
            </a:pPr>
            <a:r>
              <a:t>Confirm the program does not move beyond the final stop.</a:t>
            </a:r>
          </a:p>
        </p:txBody>
      </p:sp>
    </p:spTree>
    <p:extLst>
      <p:ext uri="{BB962C8B-B14F-4D97-AF65-F5344CB8AC3E}">
        <p14:creationId xmlns:p14="http://schemas.microsoft.com/office/powerpoint/2010/main" val="2377368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7C36F-68C1-38D5-BFA7-072938C7F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0">
                <a:latin typeface="Arial"/>
              </a:defRPr>
            </a:pPr>
            <a:r>
              <a:t>CO 6 Topics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7D639-42E4-340C-86C7-AC49E0E49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D618D2-09FF-1F94-1B2A-BA5BD90DF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9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10058400" cy="429768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>
            <a:pPr>
              <a:defRPr sz="2300" b="1">
                <a:solidFill>
                  <a:srgbClr val="1E415F"/>
                </a:solidFill>
                <a:latin typeface="Arial"/>
              </a:defRPr>
            </a:pPr>
            <a:r>
              <a:t>Skills Demonstrated</a:t>
            </a:r>
          </a:p>
          <a:p>
            <a:pPr>
              <a:spcBef>
                <a:spcPts val="1300"/>
              </a:spcBef>
              <a:defRPr sz="2000">
                <a:solidFill>
                  <a:srgbClr val="2D2D2D"/>
                </a:solidFill>
                <a:latin typeface="Arial"/>
              </a:defRPr>
            </a:pPr>
            <a:r>
              <a:t>Java input and output using Scanner.</a:t>
            </a:r>
          </a:p>
          <a:p>
            <a:pPr>
              <a:spcBef>
                <a:spcPts val="1300"/>
              </a:spcBef>
              <a:defRPr sz="2000">
                <a:solidFill>
                  <a:srgbClr val="2D2D2D"/>
                </a:solidFill>
                <a:latin typeface="Arial"/>
              </a:defRPr>
            </a:pPr>
            <a:r>
              <a:t>Arrays and loops for route tracking.</a:t>
            </a:r>
          </a:p>
          <a:p>
            <a:pPr>
              <a:spcBef>
                <a:spcPts val="1300"/>
              </a:spcBef>
              <a:defRPr sz="2000">
                <a:solidFill>
                  <a:srgbClr val="2D2D2D"/>
                </a:solidFill>
                <a:latin typeface="Arial"/>
              </a:defRPr>
            </a:pPr>
            <a:r>
              <a:t>switch and if-else for program decisions.</a:t>
            </a:r>
          </a:p>
          <a:p>
            <a:pPr>
              <a:spcBef>
                <a:spcPts val="1300"/>
              </a:spcBef>
              <a:defRPr sz="2000">
                <a:solidFill>
                  <a:srgbClr val="2D2D2D"/>
                </a:solidFill>
                <a:latin typeface="Arial"/>
              </a:defRPr>
            </a:pPr>
            <a:r>
              <a:t>Input validation and status updates.</a:t>
            </a:r>
          </a:p>
          <a:p>
            <a:pPr>
              <a:spcBef>
                <a:spcPts val="1300"/>
              </a:spcBef>
              <a:defRPr sz="2000">
                <a:solidFill>
                  <a:srgbClr val="2D2D2D"/>
                </a:solidFill>
                <a:latin typeface="Arial"/>
              </a:defRPr>
            </a:pPr>
            <a:r>
              <a:t>Applying programming concepts to a real-world problem.</a:t>
            </a:r>
          </a:p>
        </p:txBody>
      </p:sp>
    </p:spTree>
    <p:extLst>
      <p:ext uri="{BB962C8B-B14F-4D97-AF65-F5344CB8AC3E}">
        <p14:creationId xmlns:p14="http://schemas.microsoft.com/office/powerpoint/2010/main" val="707117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AD3A7-F925-7472-F39D-15B33FC20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0">
                <a:latin typeface="Arial"/>
              </a:defRPr>
            </a:pPr>
            <a:r>
              <a:t>Conclusion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20CA1-D5C4-5904-1345-350900EF2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92BF1E-562C-F1F9-8BD5-71BDFB343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10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10058400" cy="429768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>
            <a:pPr>
              <a:defRPr sz="2400" b="1">
                <a:solidFill>
                  <a:srgbClr val="1E415F"/>
                </a:solidFill>
                <a:latin typeface="Arial"/>
              </a:defRPr>
            </a:pPr>
            <a:r>
              <a:t>Conclusion</a:t>
            </a:r>
          </a:p>
          <a:p>
            <a:pPr>
              <a:spcBef>
                <a:spcPts val="1300"/>
              </a:spcBef>
              <a:defRPr sz="2100">
                <a:solidFill>
                  <a:srgbClr val="2D2D2D"/>
                </a:solidFill>
                <a:latin typeface="Arial"/>
              </a:defRPr>
            </a:pPr>
            <a:r>
              <a:t>The project models a parcel's journey from registration to delivery.</a:t>
            </a:r>
          </a:p>
          <a:p>
            <a:pPr>
              <a:spcBef>
                <a:spcPts val="1300"/>
              </a:spcBef>
              <a:defRPr sz="2100">
                <a:solidFill>
                  <a:srgbClr val="2D2D2D"/>
                </a:solidFill>
                <a:latin typeface="Arial"/>
              </a:defRPr>
            </a:pPr>
            <a:r>
              <a:t>It demonstrates arrays, loops, switch-case, and conditional statements in Java.</a:t>
            </a:r>
          </a:p>
          <a:p>
            <a:pPr>
              <a:spcBef>
                <a:spcPts val="1300"/>
              </a:spcBef>
              <a:defRPr sz="2100">
                <a:solidFill>
                  <a:srgbClr val="2D2D2D"/>
                </a:solidFill>
                <a:latin typeface="Arial"/>
              </a:defRPr>
            </a:pPr>
            <a:r>
              <a:t>Future improvements could include multiple parcels, delivery-time estimates, and saving tracking history to a database.</a:t>
            </a:r>
          </a:p>
        </p:txBody>
      </p:sp>
    </p:spTree>
    <p:extLst>
      <p:ext uri="{BB962C8B-B14F-4D97-AF65-F5344CB8AC3E}">
        <p14:creationId xmlns:p14="http://schemas.microsoft.com/office/powerpoint/2010/main" val="1744964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77661-8074-79B2-B035-E36DFB309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0">
                <a:latin typeface="Arial"/>
              </a:defRPr>
            </a:pPr>
            <a:r>
              <a:t>Screen Shots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311A9-71C6-FE7D-18DF-375E38D50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B251AB-4887-6558-97BB-1B1D91803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11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3258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SAMPLE OUTPUT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5029200" cy="411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91640"/>
            <a:ext cx="50292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298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EF2EB-DC8E-A39F-8C45-4CB818547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0">
                <a:latin typeface="Arial"/>
              </a:defRPr>
            </a:pPr>
            <a:r>
              <a:t>Geo Tag Photo and GitHub Link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4BAD5-7EFF-4B1E-4929-B42B4691D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4C08-598A-44BF-A4B1-00F35979A9B0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CFBAF-EF7C-CF04-7D6A-23B99B45B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777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75</Words>
  <Application>Microsoft Office PowerPoint</Application>
  <PresentationFormat>Widescreen</PresentationFormat>
  <Paragraphs>39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Title of the Project Team No</vt:lpstr>
      <vt:lpstr>Abstract</vt:lpstr>
      <vt:lpstr>Understanding Problem Statement</vt:lpstr>
      <vt:lpstr>CO 1 Topics</vt:lpstr>
      <vt:lpstr>Co 2 TOPICS</vt:lpstr>
      <vt:lpstr>CO 3 Topics</vt:lpstr>
      <vt:lpstr>CO 4</vt:lpstr>
      <vt:lpstr>CO 5</vt:lpstr>
      <vt:lpstr>CO 6</vt:lpstr>
      <vt:lpstr>Conclusion</vt:lpstr>
      <vt:lpstr>Screen Shots</vt:lpstr>
      <vt:lpstr>Geo Tag Photo and git hub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TSP MADHURI</dc:creator>
  <cp:lastModifiedBy>TSP MADHURI</cp:lastModifiedBy>
  <cp:revision>2</cp:revision>
  <dcterms:created xsi:type="dcterms:W3CDTF">2026-09-15T09:57:10Z</dcterms:created>
  <dcterms:modified xsi:type="dcterms:W3CDTF">2026-10-15T08:03:08Z</dcterms:modified>
</cp:coreProperties>
</file>