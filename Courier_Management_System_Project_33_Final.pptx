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61" r:id="rId4"/>
    <p:sldId id="258" r:id="rId5"/>
    <p:sldId id="259" r:id="rId6"/>
    <p:sldId id="260" r:id="rId7"/>
    <p:sldId id="263" r:id="rId8"/>
    <p:sldId id="264" r:id="rId9"/>
    <p:sldId id="265" r:id="rId10"/>
    <p:sldId id="266" r:id="rId11"/>
    <p:sldId id="267" r:id="rId12"/>
    <p:sldId id="262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280BE3C-B0B0-4CFB-816B-712D973A64E0}" v="3" dt="2026-09-15T10:05:24.21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53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Relationship Id="rId19" Type="http://schemas.microsoft.com/office/2016/11/relationships/changesInfo" Target="changesInfos/changesInfo1.xml"/><Relationship Id="rId20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SP MADHURI" userId="d5baabbced009fe2" providerId="LiveId" clId="{5C1935DC-7BAA-4BFD-8AE9-FAF66D151093}"/>
    <pc:docChg chg="undo custSel addSld modSld sldOrd">
      <pc:chgData name="TSP MADHURI" userId="d5baabbced009fe2" providerId="LiveId" clId="{5C1935DC-7BAA-4BFD-8AE9-FAF66D151093}" dt="2026-09-15T10:01:58.231" v="188" actId="22"/>
      <pc:docMkLst>
        <pc:docMk/>
      </pc:docMkLst>
      <pc:sldChg chg="addSp delSp modSp mod">
        <pc:chgData name="TSP MADHURI" userId="d5baabbced009fe2" providerId="LiveId" clId="{5C1935DC-7BAA-4BFD-8AE9-FAF66D151093}" dt="2026-09-15T10:01:58.231" v="188" actId="22"/>
        <pc:sldMkLst>
          <pc:docMk/>
          <pc:sldMk cId="1570750093" sldId="256"/>
        </pc:sldMkLst>
        <pc:spChg chg="mod">
          <ac:chgData name="TSP MADHURI" userId="d5baabbced009fe2" providerId="LiveId" clId="{5C1935DC-7BAA-4BFD-8AE9-FAF66D151093}" dt="2026-09-15T09:58:58.254" v="62" actId="20577"/>
          <ac:spMkLst>
            <pc:docMk/>
            <pc:sldMk cId="1570750093" sldId="256"/>
            <ac:spMk id="2" creationId="{81C0CCFF-527E-4AC9-A45F-A8196F49E0C3}"/>
          </ac:spMkLst>
        </pc:spChg>
        <pc:spChg chg="mod">
          <ac:chgData name="TSP MADHURI" userId="d5baabbced009fe2" providerId="LiveId" clId="{5C1935DC-7BAA-4BFD-8AE9-FAF66D151093}" dt="2026-09-15T09:59:08.667" v="65"/>
          <ac:spMkLst>
            <pc:docMk/>
            <pc:sldMk cId="1570750093" sldId="256"/>
            <ac:spMk id="3" creationId="{A452AC95-AA7D-A76A-037F-6B2DB5A27E48}"/>
          </ac:spMkLst>
        </pc:spChg>
        <pc:spChg chg="add del">
          <ac:chgData name="TSP MADHURI" userId="d5baabbced009fe2" providerId="LiveId" clId="{5C1935DC-7BAA-4BFD-8AE9-FAF66D151093}" dt="2026-09-15T09:58:23.995" v="1" actId="22"/>
          <ac:spMkLst>
            <pc:docMk/>
            <pc:sldMk cId="1570750093" sldId="256"/>
            <ac:spMk id="5" creationId="{16E58A68-9A46-73D5-6ACA-6EBDA713DE38}"/>
          </ac:spMkLst>
        </pc:spChg>
        <pc:spChg chg="add del mod">
          <ac:chgData name="TSP MADHURI" userId="d5baabbced009fe2" providerId="LiveId" clId="{5C1935DC-7BAA-4BFD-8AE9-FAF66D151093}" dt="2026-09-15T10:01:58.231" v="188" actId="22"/>
          <ac:spMkLst>
            <pc:docMk/>
            <pc:sldMk cId="1570750093" sldId="256"/>
            <ac:spMk id="7" creationId="{195ACB3F-808A-0A7A-B8BD-A70C42ECC1E5}"/>
          </ac:spMkLst>
        </pc:spChg>
      </pc:sldChg>
      <pc:sldChg chg="modSp new mod">
        <pc:chgData name="TSP MADHURI" userId="d5baabbced009fe2" providerId="LiveId" clId="{5C1935DC-7BAA-4BFD-8AE9-FAF66D151093}" dt="2026-09-15T09:59:16.247" v="74" actId="20577"/>
        <pc:sldMkLst>
          <pc:docMk/>
          <pc:sldMk cId="676338040" sldId="257"/>
        </pc:sldMkLst>
        <pc:spChg chg="mod">
          <ac:chgData name="TSP MADHURI" userId="d5baabbced009fe2" providerId="LiveId" clId="{5C1935DC-7BAA-4BFD-8AE9-FAF66D151093}" dt="2026-09-15T09:59:16.247" v="74" actId="20577"/>
          <ac:spMkLst>
            <pc:docMk/>
            <pc:sldMk cId="676338040" sldId="257"/>
            <ac:spMk id="2" creationId="{EDE71AF3-F02C-0F4C-0929-57F8B753540D}"/>
          </ac:spMkLst>
        </pc:spChg>
      </pc:sldChg>
      <pc:sldChg chg="modSp new mod">
        <pc:chgData name="TSP MADHURI" userId="d5baabbced009fe2" providerId="LiveId" clId="{5C1935DC-7BAA-4BFD-8AE9-FAF66D151093}" dt="2026-09-15T09:59:25.529" v="86" actId="20577"/>
        <pc:sldMkLst>
          <pc:docMk/>
          <pc:sldMk cId="4104242747" sldId="258"/>
        </pc:sldMkLst>
        <pc:spChg chg="mod">
          <ac:chgData name="TSP MADHURI" userId="d5baabbced009fe2" providerId="LiveId" clId="{5C1935DC-7BAA-4BFD-8AE9-FAF66D151093}" dt="2026-09-15T09:59:25.529" v="86" actId="20577"/>
          <ac:spMkLst>
            <pc:docMk/>
            <pc:sldMk cId="4104242747" sldId="258"/>
            <ac:spMk id="2" creationId="{8E154CC5-4FD5-611A-4481-E878E281E2CD}"/>
          </ac:spMkLst>
        </pc:spChg>
      </pc:sldChg>
      <pc:sldChg chg="modSp new mod">
        <pc:chgData name="TSP MADHURI" userId="d5baabbced009fe2" providerId="LiveId" clId="{5C1935DC-7BAA-4BFD-8AE9-FAF66D151093}" dt="2026-09-15T09:59:36.234" v="101" actId="20577"/>
        <pc:sldMkLst>
          <pc:docMk/>
          <pc:sldMk cId="4178111765" sldId="259"/>
        </pc:sldMkLst>
        <pc:spChg chg="mod">
          <ac:chgData name="TSP MADHURI" userId="d5baabbced009fe2" providerId="LiveId" clId="{5C1935DC-7BAA-4BFD-8AE9-FAF66D151093}" dt="2026-09-15T09:59:36.234" v="101" actId="20577"/>
          <ac:spMkLst>
            <pc:docMk/>
            <pc:sldMk cId="4178111765" sldId="259"/>
            <ac:spMk id="2" creationId="{3954FDF4-A21D-11D6-CA7A-382058E2F499}"/>
          </ac:spMkLst>
        </pc:spChg>
      </pc:sldChg>
      <pc:sldChg chg="modSp new mod">
        <pc:chgData name="TSP MADHURI" userId="d5baabbced009fe2" providerId="LiveId" clId="{5C1935DC-7BAA-4BFD-8AE9-FAF66D151093}" dt="2026-09-15T09:59:46.562" v="113" actId="20577"/>
        <pc:sldMkLst>
          <pc:docMk/>
          <pc:sldMk cId="1869875426" sldId="260"/>
        </pc:sldMkLst>
        <pc:spChg chg="mod">
          <ac:chgData name="TSP MADHURI" userId="d5baabbced009fe2" providerId="LiveId" clId="{5C1935DC-7BAA-4BFD-8AE9-FAF66D151093}" dt="2026-09-15T09:59:46.562" v="113" actId="20577"/>
          <ac:spMkLst>
            <pc:docMk/>
            <pc:sldMk cId="1869875426" sldId="260"/>
            <ac:spMk id="2" creationId="{C73BDDFB-DFEC-7A21-D889-17965A225820}"/>
          </ac:spMkLst>
        </pc:spChg>
      </pc:sldChg>
      <pc:sldChg chg="modSp new mod ord">
        <pc:chgData name="TSP MADHURI" userId="d5baabbced009fe2" providerId="LiveId" clId="{5C1935DC-7BAA-4BFD-8AE9-FAF66D151093}" dt="2026-09-15T10:00:14.865" v="149"/>
        <pc:sldMkLst>
          <pc:docMk/>
          <pc:sldMk cId="3980090555" sldId="261"/>
        </pc:sldMkLst>
        <pc:spChg chg="mod">
          <ac:chgData name="TSP MADHURI" userId="d5baabbced009fe2" providerId="LiveId" clId="{5C1935DC-7BAA-4BFD-8AE9-FAF66D151093}" dt="2026-09-15T10:00:08.859" v="147" actId="20577"/>
          <ac:spMkLst>
            <pc:docMk/>
            <pc:sldMk cId="3980090555" sldId="261"/>
            <ac:spMk id="2" creationId="{54D4AC2B-1702-695F-E0B5-9F6550F04B7D}"/>
          </ac:spMkLst>
        </pc:spChg>
      </pc:sldChg>
      <pc:sldChg chg="modSp new mod">
        <pc:chgData name="TSP MADHURI" userId="d5baabbced009fe2" providerId="LiveId" clId="{5C1935DC-7BAA-4BFD-8AE9-FAF66D151093}" dt="2026-09-15T10:00:56.631" v="184" actId="20577"/>
        <pc:sldMkLst>
          <pc:docMk/>
          <pc:sldMk cId="1396777043" sldId="262"/>
        </pc:sldMkLst>
        <pc:spChg chg="mod">
          <ac:chgData name="TSP MADHURI" userId="d5baabbced009fe2" providerId="LiveId" clId="{5C1935DC-7BAA-4BFD-8AE9-FAF66D151093}" dt="2026-09-15T10:00:56.631" v="184" actId="20577"/>
          <ac:spMkLst>
            <pc:docMk/>
            <pc:sldMk cId="1396777043" sldId="262"/>
            <ac:spMk id="2" creationId="{BDCEF2EB-DC8E-A39F-8C45-4CB81854799A}"/>
          </ac:spMkLst>
        </pc:spChg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727AFC0-00B8-4117-895C-3E834B171036}" type="datetimeFigureOut">
              <a:rPr lang="en-IN" smtClean="0"/>
              <a:t>15-10-2026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53476CA-421D-4B57-8942-5762D93F1AB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941649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95F3B8-DDEB-3931-BD30-FCDF92768BD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D0E52B7-3612-C42C-E3C4-1568700EDDB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E2A539-9977-5E0E-CDC1-067BB186F6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F549C3-E12B-4CC2-9FA1-D4C0643B7241}" type="datetime1">
              <a:rPr lang="en-IN" smtClean="0"/>
              <a:t>15-10-2026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C91C38-BEF3-AA2E-ACFE-DCF1543BE0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1CB7FA-8196-F586-E960-B5BAE429F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‹#›</a:t>
            </a:fld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EB3F1FD-0147-797C-0ED6-E694A2BD624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25" y="-164593"/>
            <a:ext cx="1215279" cy="1122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5596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D259C4-DC4A-CF70-25D2-F39535A1F7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A6C27E-0A06-D409-8884-852E74A294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7AC31F-7BFD-CA38-00A7-A2FD01A098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DE2E10-B9C9-4696-8C2C-567691D9BBFD}" type="datetime1">
              <a:rPr lang="en-IN" smtClean="0"/>
              <a:t>15-10-2026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415AD4-5B3F-78FD-DE66-C3F50AC63A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80549F-8592-A2F0-A7A6-A1C45E9E6C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‹#›</a:t>
            </a:fld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381CCB4-DDFA-058A-AE03-5A3CFCA9F8C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25" y="-164593"/>
            <a:ext cx="1215279" cy="1122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2151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3EAB08-E23E-771E-1FDE-DC7851594F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036FC1-1DB6-A8A4-C315-834C3FFCFE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565D3F-93C4-BE6A-B0D8-5AFF3E69AF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4BF378-8F16-492D-87B3-963C20ACF441}" type="datetime1">
              <a:rPr lang="en-IN" smtClean="0"/>
              <a:t>15-10-2026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12169B-9903-41C3-CC1A-A773A925D6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ACC6B5-6988-9DF9-8223-C5EB677C93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‹#›</a:t>
            </a:fld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E3DABBD-F85F-360C-A546-D5E0B92597C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25" y="-164593"/>
            <a:ext cx="1215279" cy="1122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42563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F988FF-7E75-1B89-7C11-7B6C180BDE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8E0077-B676-7850-AAD4-77689FB5B44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DE4118E-9650-EED0-1592-D4AD00CF46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BDD1BDD-D86C-6A53-CEF7-1AEC9AB1AA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79781E-9150-4561-9F7C-01394C55C5AE}" type="datetime1">
              <a:rPr lang="en-IN" smtClean="0"/>
              <a:t>15-10-2026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0B15FF2-A4C5-135F-9FA1-A00A6BF9A0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2FB8AA-FC6D-B278-7FFF-C52EF43079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‹#›</a:t>
            </a:fld>
            <a:endParaRPr lang="en-IN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3064E1C-D746-419C-5FE6-033B95CAC3C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25" y="-164593"/>
            <a:ext cx="1215279" cy="1122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32614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1CC900-8F42-8A20-E378-434465ED27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DDB5D6-6D80-913C-77A3-83E1C27571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4D7E712-FB4A-DBE7-7EE8-B34465C755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4FC7C92-E667-0F30-6C26-267F10CBCBC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331715A-AF86-785C-73F2-00FF9D5D321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501D6D5-269C-31AC-CC40-917E0E2467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F12896-961F-4F7A-B2DD-D0EFF57BA027}" type="datetime1">
              <a:rPr lang="en-IN" smtClean="0"/>
              <a:t>15-10-2026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D0DFF97-DB90-A3DC-1A5F-E041ABA4F5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1DFEC1F-4C0D-B461-B76D-FAFE7A86BA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‹#›</a:t>
            </a:fld>
            <a:endParaRPr lang="en-IN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0D765FD-6DB7-1155-27BC-BD0DB452993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25" y="-164593"/>
            <a:ext cx="1215279" cy="1122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01334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A9FB57-0CBB-0AA3-9BF0-2ED2337972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0B2CE64-C359-3445-7AB9-29DE8577C0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F51132-6BA4-40BC-AB03-D6B9C4F193FC}" type="datetime1">
              <a:rPr lang="en-IN" smtClean="0"/>
              <a:t>15-10-2026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C63F73F-0420-C605-3EFF-74CBBE1B75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46EE44D-529C-1AC9-123B-7EBF53FA6E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‹#›</a:t>
            </a:fld>
            <a:endParaRPr lang="en-I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4A6640D-01A3-9B0C-80EF-F10DE422076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25" y="-164593"/>
            <a:ext cx="1215279" cy="1122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35804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6479728-5FED-202E-6651-A7474C32A8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D85D5E-B9E5-4C7E-88B1-43A66A7C3488}" type="datetime1">
              <a:rPr lang="en-IN" smtClean="0"/>
              <a:t>15-10-2026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7F6D777-ECC4-1DAB-81FF-7D7AF3FF39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B56A1D-0096-D4B4-2B11-1CDFE3317B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‹#›</a:t>
            </a:fld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260B416-1EF4-3CD6-8E26-DC636E7B37F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25" y="-164593"/>
            <a:ext cx="1215279" cy="1122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11296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7E5010-2418-091A-429D-37E400ABA5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991DC8-3F06-BF0E-8109-8C1FEDEAD6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3544A7E-4423-60E2-E6E9-AAF09976D0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9B3B07B-D8E2-C0AA-F7E4-545DF97910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DBE2A2-8283-469E-B4A1-D6877668ECFE}" type="datetime1">
              <a:rPr lang="en-IN" smtClean="0"/>
              <a:t>15-10-2026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8FB3DF0-CC05-0B05-24D9-6663B5E119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DAB53E2-0205-A987-5D45-0DFC51D895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‹#›</a:t>
            </a:fld>
            <a:endParaRPr lang="en-IN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E6F4A6A-FE20-C82E-95DD-FA2A5FCB0B6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25" y="-164593"/>
            <a:ext cx="1215279" cy="1122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72765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AB7E51-2E25-5BFC-2696-794A224B6A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3F9DC63-25C2-8B4F-3683-6B0A9BC7564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54EBA80-D1E6-9786-229E-B9B70D9BDF7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A0DED29-F47E-2534-AFB4-003A8091AB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50A723-EDD4-4822-84BE-4B7F697B4E56}" type="datetime1">
              <a:rPr lang="en-IN" smtClean="0"/>
              <a:t>15-10-2026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E6DE89-3F60-1B9B-0597-F389CAA72F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0B78F6-7EC0-BF15-5CA1-F0159D7963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282565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038785-1FEB-0757-FEC8-6AA1CB86C5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AD94473-1718-0D76-22B7-33E82D611F8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19B1E2-29EC-2F2E-B362-55E80C4D08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848764-2CC6-431B-B501-1DF197EE73CC}" type="datetime1">
              <a:rPr lang="en-IN" smtClean="0"/>
              <a:t>15-10-2026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36D9E9-31F7-01F5-C19A-438C407736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EE1B4F-5C80-EFB0-BA9F-8F17B8444B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‹#›</a:t>
            </a:fld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32412BD-D800-391F-9FB6-159E83E7478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25" y="-164593"/>
            <a:ext cx="1215279" cy="1122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78465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EC43F02-0084-480F-2BA3-75A1C0102C1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7B22D9D-B106-6765-76CF-C9843EC19F4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A262E0-081B-BE3A-F92B-73DE583EDA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5EEFFA-3959-41FE-A774-B9B27FD8983C}" type="datetime1">
              <a:rPr lang="en-IN" smtClean="0"/>
              <a:t>15-10-2026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69D4DC-613B-8105-F661-A37BB2AD0F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246AAE-21DC-2AE1-CF07-91F73A4DFA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83544067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4948038-F901-EAD1-D5DB-03603E896C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7E2A14-F9FA-9B0B-5AA7-D785E09BAF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E56813-B660-C26F-CFEF-AF22C547FCF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30F4BF4-0D93-4F1E-82BB-778F1EDDD45F}" type="datetime1">
              <a:rPr lang="en-IN" smtClean="0"/>
              <a:t>15-10-2026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B697EB-16D9-74E1-1448-0CDC2807114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C42DC9-4178-3222-F3F2-C5EC792CA7C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B012AB6-14AF-4351-87AD-D420B05274E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934814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0CCFF-527E-4AC9-A45F-A8196F49E0C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3200" b="1">
                <a:latin typeface="Arial"/>
              </a:defRPr>
            </a:pPr>
            <a:r>
              <a:t>Courier Management System</a:t>
            </a:r>
          </a:p>
          <a:p>
            <a:pPr>
              <a:defRPr sz="3200" b="1">
                <a:latin typeface="Arial"/>
              </a:defRPr>
            </a:pPr>
            <a:r>
              <a:t>Team No: 33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52AC95-AA7D-A76A-037F-6B2DB5A27E4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Krishna Praneeth     2620090037</a:t>
            </a:r>
          </a:p>
          <a:p>
            <a:r>
              <a:t>Paurush Sirohi          2620090004</a:t>
            </a:r>
          </a:p>
          <a:p>
            <a:r>
              <a:t>                         —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EFCDBBB2-97B1-B1CE-72F7-62625B7791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B7D318-FBF5-482E-BB10-69D54EA53D7B}" type="datetime1">
              <a:rPr lang="en-IN" smtClean="0"/>
              <a:t>15-10-2026</a:t>
            </a:fld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47EDCEF-417A-3750-BB67-C2592E7FAA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1</a:t>
            </a:fld>
            <a:endParaRPr lang="en-IN"/>
          </a:p>
        </p:txBody>
      </p:sp>
      <p:sp>
        <p:nvSpPr>
          <p:cNvPr id="10" name="TextBox 9"/>
          <p:cNvSpPr txBox="1"/>
          <p:nvPr/>
        </p:nvSpPr>
        <p:spPr>
          <a:xfrm>
            <a:off x="1554480" y="5394960"/>
            <a:ext cx="91440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464646"/>
                </a:solidFill>
                <a:latin typeface="Arial"/>
              </a:defRPr>
            </a:pPr>
            <a:r>
              <a:t>CSIT  •  KLH Bachupally  •  Faculty Mentor: Dr Gopikrishna</a:t>
            </a:r>
          </a:p>
        </p:txBody>
      </p:sp>
    </p:spTree>
    <p:extLst>
      <p:ext uri="{BB962C8B-B14F-4D97-AF65-F5344CB8AC3E}">
        <p14:creationId xmlns:p14="http://schemas.microsoft.com/office/powerpoint/2010/main" val="15707500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E71AF3-F02C-0F4C-0929-57F8B75354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600" b="0">
                <a:latin typeface="Arial"/>
              </a:defRPr>
            </a:pPr>
            <a:r>
              <a:t>Abstract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712F73-2B13-AB30-C0D8-CBA5CE2696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8055FA-8EC1-0FDC-21CB-845F9016C7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D819AD-E7C0-4450-A29A-C3AB3AFFF6BF}" type="datetime1">
              <a:rPr lang="en-IN" smtClean="0"/>
              <a:t>15-10-2026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29CFF38-D9B5-1B3E-0EC5-08CA2C2137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2</a:t>
            </a:fld>
            <a:endParaRPr lang="en-IN"/>
          </a:p>
        </p:txBody>
      </p:sp>
      <p:sp>
        <p:nvSpPr>
          <p:cNvPr id="6" name="TextBox 5"/>
          <p:cNvSpPr txBox="1"/>
          <p:nvPr/>
        </p:nvSpPr>
        <p:spPr>
          <a:xfrm>
            <a:off x="1005840" y="1600200"/>
            <a:ext cx="10058400" cy="4297680"/>
          </a:xfrm>
          <a:prstGeom prst="rect">
            <a:avLst/>
          </a:prstGeom>
          <a:noFill/>
        </p:spPr>
        <p:txBody>
          <a:bodyPr wrap="square" lIns="137160" rIns="137160" tIns="91440" bIns="91440">
            <a:spAutoFit/>
          </a:bodyPr>
          <a:lstStyle/>
          <a:p>
            <a:pPr>
              <a:defRPr sz="2400" b="1">
                <a:solidFill>
                  <a:srgbClr val="1E415F"/>
                </a:solidFill>
                <a:latin typeface="Arial"/>
              </a:defRPr>
            </a:pPr>
            <a:r>
              <a:t>Project Summary</a:t>
            </a:r>
          </a:p>
          <a:p>
            <a:pPr>
              <a:spcBef>
                <a:spcPts val="1300"/>
              </a:spcBef>
              <a:defRPr sz="2100">
                <a:solidFill>
                  <a:srgbClr val="2D2D2D"/>
                </a:solidFill>
                <a:latin typeface="Arial"/>
              </a:defRPr>
            </a:pPr>
            <a:r>
              <a:t>This project demonstrates a simple courier tracking system using Java.</a:t>
            </a:r>
          </a:p>
          <a:p>
            <a:pPr>
              <a:spcBef>
                <a:spcPts val="1300"/>
              </a:spcBef>
              <a:defRPr sz="2100">
                <a:solidFill>
                  <a:srgbClr val="2D2D2D"/>
                </a:solidFill>
                <a:latin typeface="Arial"/>
              </a:defRPr>
            </a:pPr>
            <a:r>
              <a:t>It accepts a parcel ID and shows the route from Warehouse to Sorting Hub and Customer Address.</a:t>
            </a:r>
          </a:p>
          <a:p>
            <a:pPr>
              <a:spcBef>
                <a:spcPts val="1300"/>
              </a:spcBef>
              <a:defRPr sz="2100">
                <a:solidFill>
                  <a:srgbClr val="2D2D2D"/>
                </a:solidFill>
                <a:latin typeface="Arial"/>
              </a:defRPr>
            </a:pPr>
            <a:r>
              <a:t>Users can move between stops, check status, and confirm whether delivery is successful.</a:t>
            </a:r>
          </a:p>
        </p:txBody>
      </p:sp>
    </p:spTree>
    <p:extLst>
      <p:ext uri="{BB962C8B-B14F-4D97-AF65-F5344CB8AC3E}">
        <p14:creationId xmlns:p14="http://schemas.microsoft.com/office/powerpoint/2010/main" val="6763380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D4AC2B-1702-695F-E0B5-9F6550F04B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600" b="0">
                <a:latin typeface="Arial"/>
              </a:defRPr>
            </a:pPr>
            <a:r>
              <a:t>Understanding Problem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ACF377-DEED-0D67-3271-7CBBBC860D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A350AE-3599-26AF-9C41-62ADA08AED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4A9410-9F72-4C75-ADBD-63106BC7C7D6}" type="datetime1">
              <a:rPr lang="en-IN" smtClean="0"/>
              <a:t>15-10-2026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A261277-3D40-ACA2-AEC9-E9A0E9DC13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3</a:t>
            </a:fld>
            <a:endParaRPr lang="en-IN"/>
          </a:p>
        </p:txBody>
      </p:sp>
      <p:sp>
        <p:nvSpPr>
          <p:cNvPr id="6" name="TextBox 5"/>
          <p:cNvSpPr txBox="1"/>
          <p:nvPr/>
        </p:nvSpPr>
        <p:spPr>
          <a:xfrm>
            <a:off x="1005840" y="1600200"/>
            <a:ext cx="10058400" cy="4297680"/>
          </a:xfrm>
          <a:prstGeom prst="rect">
            <a:avLst/>
          </a:prstGeom>
          <a:noFill/>
        </p:spPr>
        <p:txBody>
          <a:bodyPr wrap="square" lIns="137160" rIns="137160" tIns="91440" bIns="91440">
            <a:spAutoFit/>
          </a:bodyPr>
          <a:lstStyle/>
          <a:p>
            <a:pPr>
              <a:defRPr sz="2400" b="1">
                <a:solidFill>
                  <a:srgbClr val="1E415F"/>
                </a:solidFill>
                <a:latin typeface="Arial"/>
              </a:defRPr>
            </a:pPr>
            <a:r>
              <a:t>Problem Statement</a:t>
            </a:r>
          </a:p>
          <a:p>
            <a:pPr>
              <a:spcBef>
                <a:spcPts val="1300"/>
              </a:spcBef>
              <a:defRPr sz="2100">
                <a:solidFill>
                  <a:srgbClr val="2D2D2D"/>
                </a:solidFill>
                <a:latin typeface="Arial"/>
              </a:defRPr>
            </a:pPr>
            <a:r>
              <a:t>Customers need a simple way to know where their parcel is during delivery.</a:t>
            </a:r>
          </a:p>
          <a:p>
            <a:pPr>
              <a:spcBef>
                <a:spcPts val="1300"/>
              </a:spcBef>
              <a:defRPr sz="2100">
                <a:solidFill>
                  <a:srgbClr val="2D2D2D"/>
                </a:solidFill>
                <a:latin typeface="Arial"/>
              </a:defRPr>
            </a:pPr>
            <a:r>
              <a:t>The system displays the parcel route and current status.</a:t>
            </a:r>
          </a:p>
          <a:p>
            <a:pPr>
              <a:spcBef>
                <a:spcPts val="1300"/>
              </a:spcBef>
              <a:defRPr sz="2100">
                <a:solidFill>
                  <a:srgbClr val="2D2D2D"/>
                </a:solidFill>
                <a:latin typeface="Arial"/>
              </a:defRPr>
            </a:pPr>
            <a:r>
              <a:t>Objectives: accept a parcel ID, update parcel status, check progress, and record DELIVERED or FAILED_DELIVERY.</a:t>
            </a:r>
          </a:p>
        </p:txBody>
      </p:sp>
    </p:spTree>
    <p:extLst>
      <p:ext uri="{BB962C8B-B14F-4D97-AF65-F5344CB8AC3E}">
        <p14:creationId xmlns:p14="http://schemas.microsoft.com/office/powerpoint/2010/main" val="39800905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154CC5-4FD5-611A-4481-E878E281E2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600" b="0">
                <a:latin typeface="Arial"/>
              </a:defRPr>
            </a:pPr>
            <a:r>
              <a:t>CO 1 Topics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FB5369-B8D0-CB2C-61B6-348BDF6E40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07C684-562B-9D58-E086-68CEC325CB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A7212C-F907-4AC4-966E-162B34E8EFA5}" type="datetime1">
              <a:rPr lang="en-IN" smtClean="0"/>
              <a:t>15-10-2026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4433CBD-9819-BA1C-8720-D89215B1A6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4</a:t>
            </a:fld>
            <a:endParaRPr lang="en-IN"/>
          </a:p>
        </p:txBody>
      </p:sp>
      <p:sp>
        <p:nvSpPr>
          <p:cNvPr id="6" name="TextBox 5"/>
          <p:cNvSpPr txBox="1"/>
          <p:nvPr/>
        </p:nvSpPr>
        <p:spPr>
          <a:xfrm>
            <a:off x="1005840" y="1600200"/>
            <a:ext cx="10058400" cy="4297680"/>
          </a:xfrm>
          <a:prstGeom prst="rect">
            <a:avLst/>
          </a:prstGeom>
          <a:noFill/>
        </p:spPr>
        <p:txBody>
          <a:bodyPr wrap="square" lIns="137160" rIns="137160" tIns="91440" bIns="91440">
            <a:spAutoFit/>
          </a:bodyPr>
          <a:lstStyle/>
          <a:p>
            <a:pPr>
              <a:defRPr sz="2300" b="1">
                <a:solidFill>
                  <a:srgbClr val="1E415F"/>
                </a:solidFill>
                <a:latin typeface="Arial"/>
              </a:defRPr>
            </a:pPr>
            <a:r>
              <a:t>Basic Java Input and Data</a:t>
            </a:r>
          </a:p>
          <a:p>
            <a:pPr>
              <a:spcBef>
                <a:spcPts val="1300"/>
              </a:spcBef>
              <a:defRPr sz="2000">
                <a:solidFill>
                  <a:srgbClr val="2D2D2D"/>
                </a:solidFill>
                <a:latin typeface="Arial"/>
              </a:defRPr>
            </a:pPr>
            <a:r>
              <a:t>Scanner is used to read the parcel ID and menu choices.</a:t>
            </a:r>
          </a:p>
          <a:p>
            <a:pPr>
              <a:spcBef>
                <a:spcPts val="1300"/>
              </a:spcBef>
              <a:defRPr sz="2000">
                <a:solidFill>
                  <a:srgbClr val="2D2D2D"/>
                </a:solidFill>
                <a:latin typeface="Arial"/>
              </a:defRPr>
            </a:pPr>
            <a:r>
              <a:t>A String array stores the delivery route: Warehouse, Sorting Hub, Customer Address.</a:t>
            </a:r>
          </a:p>
          <a:p>
            <a:pPr>
              <a:spcBef>
                <a:spcPts val="1300"/>
              </a:spcBef>
              <a:defRPr sz="2000">
                <a:solidFill>
                  <a:srgbClr val="2D2D2D"/>
                </a:solidFill>
                <a:latin typeface="Arial"/>
              </a:defRPr>
            </a:pPr>
            <a:r>
              <a:t>These concepts help organise parcel information and user input.</a:t>
            </a:r>
          </a:p>
        </p:txBody>
      </p:sp>
    </p:spTree>
    <p:extLst>
      <p:ext uri="{BB962C8B-B14F-4D97-AF65-F5344CB8AC3E}">
        <p14:creationId xmlns:p14="http://schemas.microsoft.com/office/powerpoint/2010/main" val="41042427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54FDF4-A21D-11D6-CA7A-382058E2F4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600" b="0">
                <a:latin typeface="Arial"/>
              </a:defRPr>
            </a:pPr>
            <a:r>
              <a:t>CO 2 Topics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027864-8698-BA0E-D44D-3E693AAB48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D11724-4931-2511-D4E0-AFF95EF4DE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EA43E7-AB4E-4C38-9410-6577E2291C02}" type="datetime1">
              <a:rPr lang="en-IN" smtClean="0"/>
              <a:t>15-10-2026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52284BF-AE73-C39E-0CCD-CD938FF848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5</a:t>
            </a:fld>
            <a:endParaRPr lang="en-IN"/>
          </a:p>
        </p:txBody>
      </p:sp>
      <p:sp>
        <p:nvSpPr>
          <p:cNvPr id="6" name="TextBox 5"/>
          <p:cNvSpPr txBox="1"/>
          <p:nvPr/>
        </p:nvSpPr>
        <p:spPr>
          <a:xfrm>
            <a:off x="1005840" y="1600200"/>
            <a:ext cx="10058400" cy="4297680"/>
          </a:xfrm>
          <a:prstGeom prst="rect">
            <a:avLst/>
          </a:prstGeom>
          <a:noFill/>
        </p:spPr>
        <p:txBody>
          <a:bodyPr wrap="square" lIns="137160" rIns="137160" tIns="91440" bIns="91440">
            <a:spAutoFit/>
          </a:bodyPr>
          <a:lstStyle/>
          <a:p>
            <a:pPr>
              <a:defRPr sz="2300" b="1">
                <a:solidFill>
                  <a:srgbClr val="1E415F"/>
                </a:solidFill>
                <a:latin typeface="Arial"/>
              </a:defRPr>
            </a:pPr>
            <a:r>
              <a:t>Loops and Selection</a:t>
            </a:r>
          </a:p>
          <a:p>
            <a:pPr>
              <a:spcBef>
                <a:spcPts val="1300"/>
              </a:spcBef>
              <a:defRPr sz="2000">
                <a:solidFill>
                  <a:srgbClr val="2D2D2D"/>
                </a:solidFill>
                <a:latin typeface="Arial"/>
              </a:defRPr>
            </a:pPr>
            <a:r>
              <a:t>A while loop repeats the tracking menu until the user exits.</a:t>
            </a:r>
          </a:p>
          <a:p>
            <a:pPr>
              <a:spcBef>
                <a:spcPts val="1300"/>
              </a:spcBef>
              <a:defRPr sz="2000">
                <a:solidFill>
                  <a:srgbClr val="2D2D2D"/>
                </a:solidFill>
                <a:latin typeface="Arial"/>
              </a:defRPr>
            </a:pPr>
            <a:r>
              <a:t>A switch statement handles actions such as moving to the next stop or checking status.</a:t>
            </a:r>
          </a:p>
          <a:p>
            <a:pPr>
              <a:spcBef>
                <a:spcPts val="1300"/>
              </a:spcBef>
              <a:defRPr sz="2000">
                <a:solidFill>
                  <a:srgbClr val="2D2D2D"/>
                </a:solidFill>
                <a:latin typeface="Arial"/>
              </a:defRPr>
            </a:pPr>
            <a:r>
              <a:t>if-else checks the delivery confirmation and sets the final status.</a:t>
            </a:r>
          </a:p>
        </p:txBody>
      </p:sp>
    </p:spTree>
    <p:extLst>
      <p:ext uri="{BB962C8B-B14F-4D97-AF65-F5344CB8AC3E}">
        <p14:creationId xmlns:p14="http://schemas.microsoft.com/office/powerpoint/2010/main" val="41781117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3BDDFB-DFEC-7A21-D889-17965A2258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600" b="0">
                <a:latin typeface="Arial"/>
              </a:defRPr>
            </a:pPr>
            <a:r>
              <a:t>CO 3 Topics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8ACD64-BF58-761A-504E-C381351EE8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0078FF-2013-E475-6F3D-0A16F85858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DF71FF-0CE0-4D83-9933-F69CED863D80}" type="datetime1">
              <a:rPr lang="en-IN" smtClean="0"/>
              <a:t>15-10-2026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5DE39BA-552D-5E87-9C16-8B57242966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6</a:t>
            </a:fld>
            <a:endParaRPr lang="en-IN"/>
          </a:p>
        </p:txBody>
      </p:sp>
      <p:sp>
        <p:nvSpPr>
          <p:cNvPr id="6" name="TextBox 5"/>
          <p:cNvSpPr txBox="1"/>
          <p:nvPr/>
        </p:nvSpPr>
        <p:spPr>
          <a:xfrm>
            <a:off x="1005840" y="1600200"/>
            <a:ext cx="10058400" cy="4297680"/>
          </a:xfrm>
          <a:prstGeom prst="rect">
            <a:avLst/>
          </a:prstGeom>
          <a:noFill/>
        </p:spPr>
        <p:txBody>
          <a:bodyPr wrap="square" lIns="137160" rIns="137160" tIns="91440" bIns="91440">
            <a:spAutoFit/>
          </a:bodyPr>
          <a:lstStyle/>
          <a:p>
            <a:pPr>
              <a:defRPr sz="2300" b="1">
                <a:solidFill>
                  <a:srgbClr val="1E415F"/>
                </a:solidFill>
                <a:latin typeface="Arial"/>
              </a:defRPr>
            </a:pPr>
            <a:r>
              <a:t>Methods and String Handling</a:t>
            </a:r>
          </a:p>
          <a:p>
            <a:pPr>
              <a:spcBef>
                <a:spcPts val="1300"/>
              </a:spcBef>
              <a:defRPr sz="2000">
                <a:solidFill>
                  <a:srgbClr val="2D2D2D"/>
                </a:solidFill>
                <a:latin typeface="Arial"/>
              </a:defRPr>
            </a:pPr>
            <a:r>
              <a:t>equalsIgnoreCase() accepts responses such as YES, yes, or Yes.</a:t>
            </a:r>
          </a:p>
          <a:p>
            <a:pPr>
              <a:spcBef>
                <a:spcPts val="1300"/>
              </a:spcBef>
              <a:defRPr sz="2000">
                <a:solidFill>
                  <a:srgbClr val="2D2D2D"/>
                </a:solidFill>
                <a:latin typeface="Arial"/>
              </a:defRPr>
            </a:pPr>
            <a:r>
              <a:t>Conditions validate user choices and delivery responses.</a:t>
            </a:r>
          </a:p>
          <a:p>
            <a:pPr>
              <a:spcBef>
                <a:spcPts val="1300"/>
              </a:spcBef>
              <a:defRPr sz="2000">
                <a:solidFill>
                  <a:srgbClr val="2D2D2D"/>
                </a:solidFill>
                <a:latin typeface="Arial"/>
              </a:defRPr>
            </a:pPr>
            <a:r>
              <a:t>Clear status messages help the user understand the parcel's progress.</a:t>
            </a:r>
          </a:p>
        </p:txBody>
      </p:sp>
    </p:spTree>
    <p:extLst>
      <p:ext uri="{BB962C8B-B14F-4D97-AF65-F5344CB8AC3E}">
        <p14:creationId xmlns:p14="http://schemas.microsoft.com/office/powerpoint/2010/main" val="18698754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3E591A-E528-51A2-6477-BF5075B326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600" b="0">
                <a:latin typeface="Arial"/>
              </a:defRPr>
            </a:pPr>
            <a:r>
              <a:t>CO 4 Topics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C763C4-B644-2CBF-4AE1-87632858C4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815390-19B0-38A3-419D-59F37FA3AD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DE2E10-B9C9-4696-8C2C-567691D9BBFD}" type="datetime1">
              <a:rPr lang="en-IN" smtClean="0"/>
              <a:t>15-10-2026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D53250B-C6BE-E742-A34D-6B496E77E1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7</a:t>
            </a:fld>
            <a:endParaRPr lang="en-IN"/>
          </a:p>
        </p:txBody>
      </p:sp>
      <p:sp>
        <p:nvSpPr>
          <p:cNvPr id="6" name="TextBox 5"/>
          <p:cNvSpPr txBox="1"/>
          <p:nvPr/>
        </p:nvSpPr>
        <p:spPr>
          <a:xfrm>
            <a:off x="1005840" y="1600200"/>
            <a:ext cx="10058400" cy="4297680"/>
          </a:xfrm>
          <a:prstGeom prst="rect">
            <a:avLst/>
          </a:prstGeom>
          <a:noFill/>
        </p:spPr>
        <p:txBody>
          <a:bodyPr wrap="square" lIns="137160" rIns="137160" tIns="91440" bIns="91440">
            <a:spAutoFit/>
          </a:bodyPr>
          <a:lstStyle/>
          <a:p>
            <a:pPr>
              <a:defRPr sz="2300" b="1">
                <a:solidFill>
                  <a:srgbClr val="1E415F"/>
                </a:solidFill>
                <a:latin typeface="Arial"/>
              </a:defRPr>
            </a:pPr>
            <a:r>
              <a:t>Program Flow</a:t>
            </a:r>
          </a:p>
          <a:p>
            <a:pPr>
              <a:spcBef>
                <a:spcPts val="1300"/>
              </a:spcBef>
              <a:defRPr sz="2000">
                <a:solidFill>
                  <a:srgbClr val="2D2D2D"/>
                </a:solidFill>
                <a:latin typeface="Arial"/>
              </a:defRPr>
            </a:pPr>
            <a:r>
              <a:t>Start by entering the parcel ID.</a:t>
            </a:r>
          </a:p>
          <a:p>
            <a:pPr>
              <a:spcBef>
                <a:spcPts val="1300"/>
              </a:spcBef>
              <a:defRPr sz="2000">
                <a:solidFill>
                  <a:srgbClr val="2D2D2D"/>
                </a:solidFill>
                <a:latin typeface="Arial"/>
              </a:defRPr>
            </a:pPr>
            <a:r>
              <a:t>Display the current stop and status.</a:t>
            </a:r>
          </a:p>
          <a:p>
            <a:pPr>
              <a:spcBef>
                <a:spcPts val="1300"/>
              </a:spcBef>
              <a:defRPr sz="2000">
                <a:solidFill>
                  <a:srgbClr val="2D2D2D"/>
                </a:solidFill>
                <a:latin typeface="Arial"/>
              </a:defRPr>
            </a:pPr>
            <a:r>
              <a:t>Allow the user to move forward, check status, or exit.</a:t>
            </a:r>
          </a:p>
          <a:p>
            <a:pPr>
              <a:spcBef>
                <a:spcPts val="1300"/>
              </a:spcBef>
              <a:defRPr sz="2000">
                <a:solidFill>
                  <a:srgbClr val="2D2D2D"/>
                </a:solidFill>
                <a:latin typeface="Arial"/>
              </a:defRPr>
            </a:pPr>
            <a:r>
              <a:t>At the destination, confirm delivery and display the final result.</a:t>
            </a:r>
          </a:p>
        </p:txBody>
      </p:sp>
    </p:spTree>
    <p:extLst>
      <p:ext uri="{BB962C8B-B14F-4D97-AF65-F5344CB8AC3E}">
        <p14:creationId xmlns:p14="http://schemas.microsoft.com/office/powerpoint/2010/main" val="20349745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94DDC3-4D1F-21CF-55F4-04AC539E2B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600" b="0">
                <a:latin typeface="Arial"/>
              </a:defRPr>
            </a:pPr>
            <a:r>
              <a:t>CO 5 Topics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22B8C9-B5A8-6FD1-7D16-20BF4FBD74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AD4194-282F-9DD3-B905-AF4DCC7090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DE2E10-B9C9-4696-8C2C-567691D9BBFD}" type="datetime1">
              <a:rPr lang="en-IN" smtClean="0"/>
              <a:t>15-10-2026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12EFFB7-2020-7F21-31F3-A08A79B5EF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8</a:t>
            </a:fld>
            <a:endParaRPr lang="en-IN"/>
          </a:p>
        </p:txBody>
      </p:sp>
      <p:sp>
        <p:nvSpPr>
          <p:cNvPr id="6" name="TextBox 5"/>
          <p:cNvSpPr txBox="1"/>
          <p:nvPr/>
        </p:nvSpPr>
        <p:spPr>
          <a:xfrm>
            <a:off x="1005840" y="1600200"/>
            <a:ext cx="10058400" cy="4297680"/>
          </a:xfrm>
          <a:prstGeom prst="rect">
            <a:avLst/>
          </a:prstGeom>
          <a:noFill/>
        </p:spPr>
        <p:txBody>
          <a:bodyPr wrap="square" lIns="137160" rIns="137160" tIns="91440" bIns="91440">
            <a:spAutoFit/>
          </a:bodyPr>
          <a:lstStyle/>
          <a:p>
            <a:pPr>
              <a:defRPr sz="2300" b="1">
                <a:solidFill>
                  <a:srgbClr val="1E415F"/>
                </a:solidFill>
                <a:latin typeface="Arial"/>
              </a:defRPr>
            </a:pPr>
            <a:r>
              <a:t>Testing and Validation</a:t>
            </a:r>
          </a:p>
          <a:p>
            <a:pPr>
              <a:spcBef>
                <a:spcPts val="1300"/>
              </a:spcBef>
              <a:defRPr sz="2000">
                <a:solidFill>
                  <a:srgbClr val="2D2D2D"/>
                </a:solidFill>
                <a:latin typeface="Arial"/>
              </a:defRPr>
            </a:pPr>
            <a:r>
              <a:t>Test with a sample parcel ID such as PKG1024.</a:t>
            </a:r>
          </a:p>
          <a:p>
            <a:pPr>
              <a:spcBef>
                <a:spcPts val="1300"/>
              </a:spcBef>
              <a:defRPr sz="2000">
                <a:solidFill>
                  <a:srgbClr val="2D2D2D"/>
                </a:solidFill>
                <a:latin typeface="Arial"/>
              </a:defRPr>
            </a:pPr>
            <a:r>
              <a:t>Check that the route shows all three stops in order.</a:t>
            </a:r>
          </a:p>
          <a:p>
            <a:pPr>
              <a:spcBef>
                <a:spcPts val="1300"/>
              </a:spcBef>
              <a:defRPr sz="2000">
                <a:solidFill>
                  <a:srgbClr val="2D2D2D"/>
                </a:solidFill>
                <a:latin typeface="Arial"/>
              </a:defRPr>
            </a:pPr>
            <a:r>
              <a:t>Try valid and invalid menu choices.</a:t>
            </a:r>
          </a:p>
          <a:p>
            <a:pPr>
              <a:spcBef>
                <a:spcPts val="1300"/>
              </a:spcBef>
              <a:defRPr sz="2000">
                <a:solidFill>
                  <a:srgbClr val="2D2D2D"/>
                </a:solidFill>
                <a:latin typeface="Arial"/>
              </a:defRPr>
            </a:pPr>
            <a:r>
              <a:t>Confirm the program does not move beyond the final stop.</a:t>
            </a:r>
          </a:p>
        </p:txBody>
      </p:sp>
    </p:spTree>
    <p:extLst>
      <p:ext uri="{BB962C8B-B14F-4D97-AF65-F5344CB8AC3E}">
        <p14:creationId xmlns:p14="http://schemas.microsoft.com/office/powerpoint/2010/main" val="23773685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67C36F-68C1-38D5-BFA7-072938C7FF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600" b="0">
                <a:latin typeface="Arial"/>
              </a:defRPr>
            </a:pPr>
            <a:r>
              <a:t>CO 6 Topics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1AB529-5F96-F28F-CD50-8BFE419EE3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A7D639-42E4-340C-86C7-AC49E0E499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DE2E10-B9C9-4696-8C2C-567691D9BBFD}" type="datetime1">
              <a:rPr lang="en-IN" smtClean="0"/>
              <a:t>15-10-2026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9D618D2-09FF-1F94-1B2A-BA5BD90DF3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9</a:t>
            </a:fld>
            <a:endParaRPr lang="en-IN"/>
          </a:p>
        </p:txBody>
      </p:sp>
      <p:sp>
        <p:nvSpPr>
          <p:cNvPr id="6" name="TextBox 5"/>
          <p:cNvSpPr txBox="1"/>
          <p:nvPr/>
        </p:nvSpPr>
        <p:spPr>
          <a:xfrm>
            <a:off x="1005840" y="1600200"/>
            <a:ext cx="10058400" cy="4297680"/>
          </a:xfrm>
          <a:prstGeom prst="rect">
            <a:avLst/>
          </a:prstGeom>
          <a:noFill/>
        </p:spPr>
        <p:txBody>
          <a:bodyPr wrap="square" lIns="137160" rIns="137160" tIns="91440" bIns="91440">
            <a:spAutoFit/>
          </a:bodyPr>
          <a:lstStyle/>
          <a:p>
            <a:pPr>
              <a:defRPr sz="2300" b="1">
                <a:solidFill>
                  <a:srgbClr val="1E415F"/>
                </a:solidFill>
                <a:latin typeface="Arial"/>
              </a:defRPr>
            </a:pPr>
            <a:r>
              <a:t>Skills Demonstrated</a:t>
            </a:r>
          </a:p>
          <a:p>
            <a:pPr>
              <a:spcBef>
                <a:spcPts val="1300"/>
              </a:spcBef>
              <a:defRPr sz="2000">
                <a:solidFill>
                  <a:srgbClr val="2D2D2D"/>
                </a:solidFill>
                <a:latin typeface="Arial"/>
              </a:defRPr>
            </a:pPr>
            <a:r>
              <a:t>Java input and output using Scanner.</a:t>
            </a:r>
          </a:p>
          <a:p>
            <a:pPr>
              <a:spcBef>
                <a:spcPts val="1300"/>
              </a:spcBef>
              <a:defRPr sz="2000">
                <a:solidFill>
                  <a:srgbClr val="2D2D2D"/>
                </a:solidFill>
                <a:latin typeface="Arial"/>
              </a:defRPr>
            </a:pPr>
            <a:r>
              <a:t>Arrays and loops for route tracking.</a:t>
            </a:r>
          </a:p>
          <a:p>
            <a:pPr>
              <a:spcBef>
                <a:spcPts val="1300"/>
              </a:spcBef>
              <a:defRPr sz="2000">
                <a:solidFill>
                  <a:srgbClr val="2D2D2D"/>
                </a:solidFill>
                <a:latin typeface="Arial"/>
              </a:defRPr>
            </a:pPr>
            <a:r>
              <a:t>switch and if-else for program decisions.</a:t>
            </a:r>
          </a:p>
          <a:p>
            <a:pPr>
              <a:spcBef>
                <a:spcPts val="1300"/>
              </a:spcBef>
              <a:defRPr sz="2000">
                <a:solidFill>
                  <a:srgbClr val="2D2D2D"/>
                </a:solidFill>
                <a:latin typeface="Arial"/>
              </a:defRPr>
            </a:pPr>
            <a:r>
              <a:t>Input validation and status updates.</a:t>
            </a:r>
          </a:p>
          <a:p>
            <a:pPr>
              <a:spcBef>
                <a:spcPts val="1300"/>
              </a:spcBef>
              <a:defRPr sz="2000">
                <a:solidFill>
                  <a:srgbClr val="2D2D2D"/>
                </a:solidFill>
                <a:latin typeface="Arial"/>
              </a:defRPr>
            </a:pPr>
            <a:r>
              <a:t>Applying programming concepts to a real-world problem.</a:t>
            </a:r>
          </a:p>
        </p:txBody>
      </p:sp>
    </p:spTree>
    <p:extLst>
      <p:ext uri="{BB962C8B-B14F-4D97-AF65-F5344CB8AC3E}">
        <p14:creationId xmlns:p14="http://schemas.microsoft.com/office/powerpoint/2010/main" val="7071174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CAD3A7-F925-7472-F39D-15B33FC20F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600" b="0">
                <a:latin typeface="Arial"/>
              </a:defRPr>
            </a:pPr>
            <a:r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A290F1-736B-3136-6FB3-89FC4E638D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120CA1-D5C4-5904-1345-350900EF2C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DE2E10-B9C9-4696-8C2C-567691D9BBFD}" type="datetime1">
              <a:rPr lang="en-IN" smtClean="0"/>
              <a:t>15-10-2026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292BF1E-562C-F1F9-8BD5-71BDFB3438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10</a:t>
            </a:fld>
            <a:endParaRPr lang="en-IN"/>
          </a:p>
        </p:txBody>
      </p:sp>
      <p:sp>
        <p:nvSpPr>
          <p:cNvPr id="6" name="TextBox 5"/>
          <p:cNvSpPr txBox="1"/>
          <p:nvPr/>
        </p:nvSpPr>
        <p:spPr>
          <a:xfrm>
            <a:off x="1005840" y="1600200"/>
            <a:ext cx="10058400" cy="4297680"/>
          </a:xfrm>
          <a:prstGeom prst="rect">
            <a:avLst/>
          </a:prstGeom>
          <a:noFill/>
        </p:spPr>
        <p:txBody>
          <a:bodyPr wrap="square" lIns="137160" rIns="137160" tIns="91440" bIns="91440">
            <a:spAutoFit/>
          </a:bodyPr>
          <a:lstStyle/>
          <a:p>
            <a:pPr>
              <a:defRPr sz="2400" b="1">
                <a:solidFill>
                  <a:srgbClr val="1E415F"/>
                </a:solidFill>
                <a:latin typeface="Arial"/>
              </a:defRPr>
            </a:pPr>
            <a:r>
              <a:t>Conclusion</a:t>
            </a:r>
          </a:p>
          <a:p>
            <a:pPr>
              <a:spcBef>
                <a:spcPts val="1300"/>
              </a:spcBef>
              <a:defRPr sz="2100">
                <a:solidFill>
                  <a:srgbClr val="2D2D2D"/>
                </a:solidFill>
                <a:latin typeface="Arial"/>
              </a:defRPr>
            </a:pPr>
            <a:r>
              <a:t>The project models a parcel's journey from registration to delivery.</a:t>
            </a:r>
          </a:p>
          <a:p>
            <a:pPr>
              <a:spcBef>
                <a:spcPts val="1300"/>
              </a:spcBef>
              <a:defRPr sz="2100">
                <a:solidFill>
                  <a:srgbClr val="2D2D2D"/>
                </a:solidFill>
                <a:latin typeface="Arial"/>
              </a:defRPr>
            </a:pPr>
            <a:r>
              <a:t>It demonstrates arrays, loops, switch-case, and conditional statements in Java.</a:t>
            </a:r>
          </a:p>
          <a:p>
            <a:pPr>
              <a:spcBef>
                <a:spcPts val="1300"/>
              </a:spcBef>
              <a:defRPr sz="2100">
                <a:solidFill>
                  <a:srgbClr val="2D2D2D"/>
                </a:solidFill>
                <a:latin typeface="Arial"/>
              </a:defRPr>
            </a:pPr>
            <a:r>
              <a:t>Future improvements could include multiple parcels, delivery-time estimates, and saving tracking history to a database.</a:t>
            </a:r>
          </a:p>
        </p:txBody>
      </p:sp>
    </p:spTree>
    <p:extLst>
      <p:ext uri="{BB962C8B-B14F-4D97-AF65-F5344CB8AC3E}">
        <p14:creationId xmlns:p14="http://schemas.microsoft.com/office/powerpoint/2010/main" val="17449643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B77661-8074-79B2-B035-E36DFB3094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600" b="0">
                <a:latin typeface="Arial"/>
              </a:defRPr>
            </a:pPr>
            <a:r>
              <a:t>Screen Shots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F50197-AF06-5AEF-7EEE-2BB7A4AD93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9311A9-71C6-FE7D-18DF-375E38D502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DE2E10-B9C9-4696-8C2C-567691D9BBFD}" type="datetime1">
              <a:rPr lang="en-IN" smtClean="0"/>
              <a:t>15-10-2026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BB251AB-4887-6558-97BB-1B1D918033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11</a:t>
            </a:fld>
            <a:endParaRPr lang="en-IN"/>
          </a:p>
        </p:txBody>
      </p:sp>
      <p:pic>
        <p:nvPicPr>
          <p:cNvPr id="6" name="Picture 5" descr="code_screensh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645920"/>
            <a:ext cx="5715000" cy="3429000"/>
          </a:xfrm>
          <a:prstGeom prst="rect">
            <a:avLst/>
          </a:prstGeom>
        </p:spPr>
      </p:pic>
      <p:pic>
        <p:nvPicPr>
          <p:cNvPr id="7" name="Picture 6" descr="console_screensho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9400" y="2057400"/>
            <a:ext cx="4663440" cy="2011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529895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CEF2EB-DC8E-A39F-8C45-4CB8185479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600" b="0">
                <a:latin typeface="Arial"/>
              </a:defRPr>
            </a:pPr>
            <a:r>
              <a:t>Geo Tag Photo and GitHub Link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4E026B-5FC7-651F-1236-75071A9D26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D4BAD5-7EFF-4B1E-4929-B42B4691DD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514C08-598A-44BF-A4B1-00F35979A9B0}" type="datetime1">
              <a:rPr lang="en-IN" smtClean="0"/>
              <a:t>15-10-2026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93CFBAF-EF7C-CF04-7D6A-23B99B45B2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12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967770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75</Words>
  <Application>Microsoft Office PowerPoint</Application>
  <PresentationFormat>Widescreen</PresentationFormat>
  <Paragraphs>39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Aptos</vt:lpstr>
      <vt:lpstr>Aptos Display</vt:lpstr>
      <vt:lpstr>Arial</vt:lpstr>
      <vt:lpstr>Office Theme</vt:lpstr>
      <vt:lpstr>Title of the Project Team No</vt:lpstr>
      <vt:lpstr>Abstract</vt:lpstr>
      <vt:lpstr>Understanding Problem Statement</vt:lpstr>
      <vt:lpstr>CO 1 Topics</vt:lpstr>
      <vt:lpstr>Co 2 TOPICS</vt:lpstr>
      <vt:lpstr>CO 3 Topics</vt:lpstr>
      <vt:lpstr>CO 4</vt:lpstr>
      <vt:lpstr>CO 5</vt:lpstr>
      <vt:lpstr>CO 6</vt:lpstr>
      <vt:lpstr>Conclusion</vt:lpstr>
      <vt:lpstr>Screen Shots</vt:lpstr>
      <vt:lpstr>Geo Tag Photo and git hub link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TSP MADHURI</dc:creator>
  <cp:lastModifiedBy>TSP MADHURI</cp:lastModifiedBy>
  <cp:revision>2</cp:revision>
  <dcterms:created xsi:type="dcterms:W3CDTF">2026-09-15T09:57:10Z</dcterms:created>
  <dcterms:modified xsi:type="dcterms:W3CDTF">2026-10-15T08:03:08Z</dcterms:modified>
</cp:coreProperties>
</file>