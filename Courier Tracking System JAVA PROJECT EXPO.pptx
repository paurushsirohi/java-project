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font" Target="fonts/Play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1967e00d9134e6f5_13_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h1967e00d9134e6f5_13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1967e00d9134e6f5_13_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h1967e00d9134e6f5_13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1967e00d9134e6f5_13_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h1967e00d9134e6f5_13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1967e00d9134e6f5_13_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h1967e00d9134e6f5_13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1967e00d9134e6f5_13_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h1967e00d9134e6f5_13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1967e00d9134e6f5_13_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h1967e00d9134e6f5_13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1967e00d9134e6f5_13_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h1967e00d9134e6f5_13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h1967e00d9134e6f5_13_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h1967e00d9134e6f5_13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1967e00d9134e6f5_13_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h1967e00d9134e6f5_13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1967e00d9134e6f5_13_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h1967e00d9134e6f5_13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3f51df4216edbd83_3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3f51df4216edbd83_3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3f51df4216edbd83_3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h3f51df4216edbd83_3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60" cy="84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60" cy="84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60" cy="84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60" cy="84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8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60" cy="84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60" cy="84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60" cy="84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60" cy="84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8" name="Google Shape;118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60" cy="841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3" name="Google Shape;143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59" cy="84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59" cy="84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57" name="Google Shape;157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59" cy="84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2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59" cy="84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2" name="Google Shape;172;p3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3" name="Google Shape;173;p3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4" name="Google Shape;174;p3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5" name="Google Shape;175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59" cy="84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59" cy="84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59" cy="84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93" name="Google Shape;193;p3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7" name="Google Shape;19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59" cy="84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34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02" name="Google Shape;202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8" name="Google Shape;208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9" name="Google Shape;209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0" name="Google Shape;210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1" name="Google Shape;21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19" y="-123445"/>
            <a:ext cx="911459" cy="84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3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5" name="Google Shape;215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7" name="Google Shape;217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rPr lang="en-GB" sz="4500"/>
              <a:t>Courier Management System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rPr lang="en-GB" sz="4500"/>
              <a:t>Team No: 33</a:t>
            </a:r>
            <a:endParaRPr/>
          </a:p>
        </p:txBody>
      </p:sp>
      <p:sp>
        <p:nvSpPr>
          <p:cNvPr id="223" name="Google Shape;223;p37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GB" sz="1700"/>
              <a:t>Krishna Praneeth     2620090037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GB" sz="1700"/>
              <a:t>Paurush Sirohi          2620090004</a:t>
            </a:r>
            <a:endParaRPr/>
          </a:p>
        </p:txBody>
      </p:sp>
      <p:sp>
        <p:nvSpPr>
          <p:cNvPr id="224" name="Google Shape;224;p3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225" name="Google Shape;225;p3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6" name="Google Shape;226;p37"/>
          <p:cNvSpPr txBox="1"/>
          <p:nvPr/>
        </p:nvSpPr>
        <p:spPr>
          <a:xfrm>
            <a:off x="1165860" y="4046220"/>
            <a:ext cx="68580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464646"/>
                </a:solidFill>
                <a:latin typeface="Arial"/>
                <a:ea typeface="Arial"/>
                <a:cs typeface="Arial"/>
                <a:sym typeface="Arial"/>
              </a:rPr>
              <a:t>CSIT  •  KLH Bachupally  •  Faculty Mentor: Dr Gopikrishna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lang="en-GB" sz="2000">
                <a:latin typeface="Arial"/>
                <a:ea typeface="Arial"/>
                <a:cs typeface="Arial"/>
                <a:sym typeface="Arial"/>
              </a:rPr>
              <a:t>Abstract</a:t>
            </a:r>
            <a:endParaRPr/>
          </a:p>
        </p:txBody>
      </p:sp>
      <p:sp>
        <p:nvSpPr>
          <p:cNvPr id="232" name="Google Shape;232;p3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233" name="Google Shape;233;p3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4" name="Google Shape;234;p38"/>
          <p:cNvSpPr txBox="1"/>
          <p:nvPr/>
        </p:nvSpPr>
        <p:spPr>
          <a:xfrm>
            <a:off x="754380" y="1200150"/>
            <a:ext cx="754380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1E415F"/>
                </a:solidFill>
                <a:latin typeface="Arial"/>
                <a:ea typeface="Arial"/>
                <a:cs typeface="Arial"/>
                <a:sym typeface="Arial"/>
              </a:rPr>
              <a:t>Project Summary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This project demonstrates a simple courier tracking system using Java.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It accepts a parcel ID and shows the route from Warehouse to Sorting Hub and Customer Address.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Users can move between stops, check status, and confirm whether delivery is successful.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lang="en-GB" sz="2000">
                <a:latin typeface="Arial"/>
                <a:ea typeface="Arial"/>
                <a:cs typeface="Arial"/>
                <a:sym typeface="Arial"/>
              </a:rPr>
              <a:t>Understanding Problem Statement</a:t>
            </a:r>
            <a:endParaRPr/>
          </a:p>
        </p:txBody>
      </p:sp>
      <p:sp>
        <p:nvSpPr>
          <p:cNvPr id="240" name="Google Shape;240;p3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2" name="Google Shape;242;p39"/>
          <p:cNvSpPr txBox="1"/>
          <p:nvPr/>
        </p:nvSpPr>
        <p:spPr>
          <a:xfrm>
            <a:off x="754380" y="1200150"/>
            <a:ext cx="754380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1E415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Customers need a simple way to know where their parcel is during delivery.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system displays the parcel route and current status.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Objectives: accept a parcel ID, update parcel status, check progress, and record DELIVERED or FAILED_DELIVERY.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GB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Module 1: Java Foundations</a:t>
            </a:r>
            <a:endParaRPr/>
          </a:p>
        </p:txBody>
      </p:sp>
      <p:sp>
        <p:nvSpPr>
          <p:cNvPr id="248" name="Google Shape;248;p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249" name="Google Shape;249;p4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0" name="Google Shape;250;p40"/>
          <p:cNvSpPr txBox="1"/>
          <p:nvPr/>
        </p:nvSpPr>
        <p:spPr>
          <a:xfrm>
            <a:off x="754380" y="1200150"/>
            <a:ext cx="754380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rgbClr val="1E415F"/>
                </a:solidFill>
                <a:latin typeface="Arial"/>
                <a:ea typeface="Arial"/>
                <a:cs typeface="Arial"/>
                <a:sym typeface="Arial"/>
              </a:rPr>
              <a:t>Problem Solving and Java Basics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problem is broken into steps: enter a parcel ID, track the route, and update delivery status.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Scanner reads user input, while variables store the current stop and status.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 String array stores the route, and operators and expressions support the program logic.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GB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Module 2: Control Flow</a:t>
            </a:r>
            <a:endParaRPr/>
          </a:p>
        </p:txBody>
      </p:sp>
      <p:sp>
        <p:nvSpPr>
          <p:cNvPr id="256" name="Google Shape;256;p4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257" name="Google Shape;257;p4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8" name="Google Shape;258;p41"/>
          <p:cNvSpPr txBox="1"/>
          <p:nvPr/>
        </p:nvSpPr>
        <p:spPr>
          <a:xfrm>
            <a:off x="754380" y="1200150"/>
            <a:ext cx="754380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rgbClr val="1E415F"/>
                </a:solidFill>
                <a:latin typeface="Arial"/>
                <a:ea typeface="Arial"/>
                <a:cs typeface="Arial"/>
                <a:sym typeface="Arial"/>
              </a:rPr>
              <a:t>Selection and Iteration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 while loop repeats the tracking menu until the user exits.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 switch statement handles actions such as moving to the next stop or checking status.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if-else checks delivery confirmation and updates the final status.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GB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Module 3: Methods, Recursion &amp; Arrays</a:t>
            </a:r>
            <a:endParaRPr/>
          </a:p>
        </p:txBody>
      </p:sp>
      <p:sp>
        <p:nvSpPr>
          <p:cNvPr id="264" name="Google Shape;264;p4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265" name="Google Shape;265;p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6" name="Google Shape;266;p42"/>
          <p:cNvSpPr txBox="1"/>
          <p:nvPr/>
        </p:nvSpPr>
        <p:spPr>
          <a:xfrm>
            <a:off x="754380" y="1200150"/>
            <a:ext cx="754380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rgbClr val="1E415F"/>
                </a:solidFill>
                <a:latin typeface="Arial"/>
                <a:ea typeface="Arial"/>
                <a:cs typeface="Arial"/>
                <a:sym typeface="Arial"/>
              </a:rPr>
              <a:t>Modular Programming and Arrays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main() method is the program's entry point.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 one-dimensional String array stores the route: Warehouse, Sorting Hub, Customer Address.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program uses an index to track the current stop; recursion and separate user-defined methods are not used in this version.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GB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Module 4: OOP &amp; Exception Handling</a:t>
            </a:r>
            <a:endParaRPr/>
          </a:p>
        </p:txBody>
      </p:sp>
      <p:sp>
        <p:nvSpPr>
          <p:cNvPr id="272" name="Google Shape;272;p4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273" name="Google Shape;273;p4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4" name="Google Shape;274;p43"/>
          <p:cNvSpPr txBox="1"/>
          <p:nvPr/>
        </p:nvSpPr>
        <p:spPr>
          <a:xfrm>
            <a:off x="754380" y="1200150"/>
            <a:ext cx="754380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rgbClr val="1E415F"/>
                </a:solidFill>
                <a:latin typeface="Arial"/>
                <a:ea typeface="Arial"/>
                <a:cs typeface="Arial"/>
                <a:sym typeface="Arial"/>
              </a:rPr>
              <a:t>Classes, Objects and Error Handling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program is organised in a Java class and uses the main() method.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Scanner is created as an object to read user input.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current version does not implement inheritance, interfaces, encapsulation, or explicit try-catch exception handling.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GB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Module 5: Strings, Algorithms &amp; File I/O</a:t>
            </a:r>
            <a:endParaRPr/>
          </a:p>
        </p:txBody>
      </p:sp>
      <p:sp>
        <p:nvSpPr>
          <p:cNvPr id="280" name="Google Shape;280;p4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281" name="Google Shape;281;p4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2" name="Google Shape;282;p44"/>
          <p:cNvSpPr txBox="1"/>
          <p:nvPr/>
        </p:nvSpPr>
        <p:spPr>
          <a:xfrm>
            <a:off x="754380" y="1200150"/>
            <a:ext cx="754380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rgbClr val="1E415F"/>
                </a:solidFill>
                <a:latin typeface="Arial"/>
                <a:ea typeface="Arial"/>
                <a:cs typeface="Arial"/>
                <a:sym typeface="Arial"/>
              </a:rPr>
              <a:t>String Handling and Input Validation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parcel ID and delivery status are represented as Strings.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equalsIgnoreCase() can compare responses such as YES, yes, or Yes.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File reading/writing and library sorting or searching algorithms are not implemented in the current version.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-GB" sz="3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Module 6: Collections, Lambdas &amp; Streams</a:t>
            </a:r>
            <a:endParaRPr/>
          </a:p>
        </p:txBody>
      </p:sp>
      <p:sp>
        <p:nvSpPr>
          <p:cNvPr id="288" name="Google Shape;288;p4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289" name="Google Shape;289;p4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0" name="Google Shape;290;p45"/>
          <p:cNvSpPr txBox="1"/>
          <p:nvPr/>
        </p:nvSpPr>
        <p:spPr>
          <a:xfrm>
            <a:off x="754380" y="1200150"/>
            <a:ext cx="754380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rgbClr val="1E415F"/>
                </a:solidFill>
                <a:latin typeface="Arial"/>
                <a:ea typeface="Arial"/>
                <a:cs typeface="Arial"/>
                <a:sym typeface="Arial"/>
              </a:rPr>
              <a:t>Collections and Functional Programming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current program uses a String array to store the delivery route.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Collections such as ArrayList, HashMap, and HashSet could support tracking multiple parcels.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Lambdas and streams could be added later to filter parcels, sort records, or generate tracking summaries.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lang="en-GB" sz="20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296" name="Google Shape;296;p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297" name="Google Shape;297;p4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46"/>
          <p:cNvSpPr txBox="1"/>
          <p:nvPr/>
        </p:nvSpPr>
        <p:spPr>
          <a:xfrm>
            <a:off x="754380" y="1200150"/>
            <a:ext cx="7543800" cy="322326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1E415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project models a parcel's journey from registration to delivery.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It demonstrates arrays, loops, switch-case, and conditional statements in Java.</a:t>
            </a:r>
            <a:endParaRPr sz="11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Future improvements could include multiple parcels, delivery-time estimates, and saving tracking history to a database.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lang="en-GB" sz="2000">
                <a:latin typeface="Arial"/>
                <a:ea typeface="Arial"/>
                <a:cs typeface="Arial"/>
                <a:sym typeface="Arial"/>
              </a:rPr>
              <a:t>Screen Shots</a:t>
            </a:r>
            <a:endParaRPr/>
          </a:p>
        </p:txBody>
      </p:sp>
      <p:sp>
        <p:nvSpPr>
          <p:cNvPr id="304" name="Google Shape;304;p4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305" name="Google Shape;305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6" name="Google Shape;306;p47"/>
          <p:cNvSpPr txBox="1"/>
          <p:nvPr/>
        </p:nvSpPr>
        <p:spPr>
          <a:xfrm>
            <a:off x="548640" y="994410"/>
            <a:ext cx="3771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4E79"/>
                </a:solidFill>
              </a:rPr>
              <a:t>CORE </a:t>
            </a:r>
            <a:r>
              <a:rPr b="1" i="0" lang="en-GB" sz="12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1100"/>
          </a:p>
        </p:txBody>
      </p:sp>
      <p:sp>
        <p:nvSpPr>
          <p:cNvPr id="307" name="Google Shape;307;p47"/>
          <p:cNvSpPr txBox="1"/>
          <p:nvPr/>
        </p:nvSpPr>
        <p:spPr>
          <a:xfrm>
            <a:off x="4629150" y="994410"/>
            <a:ext cx="377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SAMPLE OUTPUT</a:t>
            </a:r>
            <a:endParaRPr sz="1100"/>
          </a:p>
        </p:txBody>
      </p:sp>
      <p:pic>
        <p:nvPicPr>
          <p:cNvPr id="308" name="Google Shape;30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268725"/>
            <a:ext cx="3731526" cy="34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3450" y="1258675"/>
            <a:ext cx="3771899" cy="3484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lang="en-GB" sz="2000">
                <a:latin typeface="Arial"/>
                <a:ea typeface="Arial"/>
                <a:cs typeface="Arial"/>
                <a:sym typeface="Arial"/>
              </a:rPr>
              <a:t>Geo Tag Photo and GitHub Link</a:t>
            </a:r>
            <a:endParaRPr/>
          </a:p>
        </p:txBody>
      </p:sp>
      <p:sp>
        <p:nvSpPr>
          <p:cNvPr id="315" name="Google Shape;315;p4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15-10-2026</a:t>
            </a:r>
            <a:endParaRPr/>
          </a:p>
        </p:txBody>
      </p:sp>
      <p:sp>
        <p:nvSpPr>
          <p:cNvPr id="316" name="Google Shape;316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7" name="Google Shape;317;p48"/>
          <p:cNvSpPr txBox="1"/>
          <p:nvPr/>
        </p:nvSpPr>
        <p:spPr>
          <a:xfrm>
            <a:off x="737475" y="1238600"/>
            <a:ext cx="76206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dk1"/>
                </a:solidFill>
              </a:rPr>
              <a:t>Github repo-</a:t>
            </a:r>
            <a:r>
              <a:rPr lang="en-GB" sz="2100">
                <a:solidFill>
                  <a:schemeClr val="dk1"/>
                </a:solidFill>
              </a:rPr>
              <a:t> </a:t>
            </a:r>
            <a:r>
              <a:rPr lang="en-GB" sz="1900">
                <a:solidFill>
                  <a:schemeClr val="dk1"/>
                </a:solidFill>
              </a:rPr>
              <a:t>https://github.com/PaurushSirohi/JAVA-PROJECT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