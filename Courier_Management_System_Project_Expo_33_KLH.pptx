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5943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5D2EB"/>
                </a:solidFill>
                <a:latin typeface="Aptos"/>
              </a:rPr>
              <a:t>JAVA MINI PROJECT  •  PROJECT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Courier Management
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16352"/>
            <a:ext cx="9875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AEBED6"/>
                </a:solidFill>
                <a:latin typeface="Aptos"/>
              </a:rPr>
              <a:t>Parcel tracking using routes, loops, switch-case, and status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2560320" cy="329184"/>
          </a:xfrm>
          <a:prstGeom prst="round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721607"/>
            <a:ext cx="248716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PROBLEM SOLVING USING 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92540"/>
          </a:solidFill>
          <a:ln>
            <a:solidFill>
              <a:srgbClr val="304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73168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CAEC9"/>
                </a:solidFill>
                <a:latin typeface="Apto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Krishna Praneeth  •  Paurush Sirohi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731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CAEC9"/>
                </a:solidFill>
                <a:latin typeface="Aptos"/>
              </a:rPr>
              <a:t>ROLL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07492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2620090037  •  2620090004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77316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CAEC9"/>
                </a:solidFill>
                <a:latin typeface="Aptos"/>
              </a:rP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74920"/>
            <a:ext cx="2103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AEC9"/>
                </a:solidFill>
                <a:latin typeface="Aptos"/>
              </a:rPr>
              <a:t>Faculty Mentor: Dr Gopikrishna     Institution: KLH Bachupally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A simple console-based model of a parcel's journey from warehouse to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5349240" cy="4160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73152" cy="4160520"/>
          </a:xfrm>
          <a:prstGeom prst="rect">
            <a:avLst/>
          </a:prstGeom>
          <a:solidFill>
            <a:srgbClr val="F1A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1930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0008"/>
            <a:ext cx="4965192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C84"/>
                </a:solidFill>
                <a:latin typeface="Aptos"/>
              </a:rPr>
              <a:t>Courier staff and customers need a simple way to follow a parcel through delivery stops.
The system should show the assigned route and current status, allow status checks, and record whether delivery succeeds or fails.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49240" cy="4160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73152" cy="4160520"/>
          </a:xfrm>
          <a:prstGeom prst="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1930"/>
                </a:solidFill>
                <a:latin typeface="Aptos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50008"/>
            <a:ext cx="4965192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C84"/>
                </a:solidFill>
                <a:latin typeface="Aptos"/>
              </a:rPr>
              <a:t>• Accept a parcel ID from the user
• Display the route: Warehouse → Sorting Hub → Customer Address
• Update parcel status at each stop
• Let users check the current status
• Record DELIVERED or FAILED_DELIVERY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02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The program uses basic Java concepts to simulate parcel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1325880" y="1828800"/>
            <a:ext cx="640080" cy="640080"/>
          </a:xfrm>
          <a:prstGeom prst="ellipse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956816"/>
            <a:ext cx="6400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1930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19" y="3154680"/>
            <a:ext cx="22860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C84"/>
                </a:solidFill>
                <a:latin typeface="Aptos"/>
              </a:rPr>
              <a:t>Read the parcel ID and menu choice using Scanner.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57400" y="2139696"/>
            <a:ext cx="1097280" cy="0"/>
          </a:xfrm>
          <a:prstGeom prst="line">
            <a:avLst/>
          </a:prstGeom>
          <a:ln w="25400">
            <a:solidFill>
              <a:srgbClr val="45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206240" y="1828800"/>
            <a:ext cx="640080" cy="640080"/>
          </a:xfrm>
          <a:prstGeom prst="ellipse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956816"/>
            <a:ext cx="6400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69748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1930"/>
                </a:solidFill>
                <a:latin typeface="Aptos"/>
              </a:rPr>
              <a:t>Route 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3154680"/>
            <a:ext cx="22860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C84"/>
                </a:solidFill>
                <a:latin typeface="Aptos"/>
              </a:rPr>
              <a:t>Store the three delivery stops in a String array.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59" y="2139696"/>
            <a:ext cx="1097281" cy="0"/>
          </a:xfrm>
          <a:prstGeom prst="line">
            <a:avLst/>
          </a:prstGeom>
          <a:ln w="25400">
            <a:solidFill>
              <a:srgbClr val="45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86600" y="1828800"/>
            <a:ext cx="640080" cy="640080"/>
          </a:xfrm>
          <a:prstGeom prst="ellipse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956816"/>
            <a:ext cx="6400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1930"/>
                </a:solidFill>
                <a:latin typeface="Aptos"/>
              </a:rPr>
              <a:t>Control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54680"/>
            <a:ext cx="22860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C84"/>
                </a:solidFill>
                <a:latin typeface="Aptos"/>
              </a:rPr>
              <a:t>Use a while loop and switch statement to move or check status.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18120" y="2139696"/>
            <a:ext cx="1097280" cy="0"/>
          </a:xfrm>
          <a:prstGeom prst="line">
            <a:avLst/>
          </a:prstGeom>
          <a:ln w="25400">
            <a:solidFill>
              <a:srgbClr val="45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966959" y="1828800"/>
            <a:ext cx="640080" cy="640080"/>
          </a:xfrm>
          <a:prstGeom prst="ellipse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9" y="1956816"/>
            <a:ext cx="6400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69748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1930"/>
                </a:solidFill>
                <a:latin typeface="Aptos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3154680"/>
            <a:ext cx="22860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C84"/>
                </a:solidFill>
                <a:latin typeface="Aptos"/>
              </a:rPr>
              <a:t>Use if-else to confirm delivery and set the final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92040"/>
            <a:ext cx="10287000" cy="9601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892040"/>
            <a:ext cx="73152" cy="960120"/>
          </a:xfrm>
          <a:prstGeom prst="rect">
            <a:avLst/>
          </a:prstGeom>
          <a:solidFill>
            <a:srgbClr val="45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056631"/>
            <a:ext cx="9921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Tools &amp; Technologies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458968"/>
            <a:ext cx="9902952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C84"/>
                </a:solidFill>
                <a:latin typeface="Aptos"/>
              </a:rPr>
              <a:t>Java • Scanner • String array • while loop • switch-case • if-else • equalsIgnoreCase()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03 •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Parcel journey and the main decision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2331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1488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1.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21488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99D5"/>
                </a:solidFill>
                <a:latin typeface="Aptos"/>
              </a:rPr>
              <a:t>REGISTERED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920240"/>
            <a:ext cx="2331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21408"/>
            <a:ext cx="21488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2. Sorting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42032"/>
            <a:ext cx="21488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99D5"/>
                </a:solidFill>
                <a:latin typeface="Aptos"/>
              </a:rPr>
              <a:t>IN_TRANSIT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331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21408"/>
            <a:ext cx="21488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3. Customer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542032"/>
            <a:ext cx="21488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99D5"/>
                </a:solidFill>
                <a:latin typeface="Aptos"/>
              </a:rPr>
              <a:t>IN_TRANSIT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920240"/>
            <a:ext cx="2331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121408"/>
            <a:ext cx="21488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Delivery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42032"/>
            <a:ext cx="21488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A678"/>
                </a:solidFill>
                <a:latin typeface="Aptos"/>
              </a:rPr>
              <a:t>YES / 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2487168"/>
            <a:ext cx="502920" cy="0"/>
          </a:xfrm>
          <a:prstGeom prst="line">
            <a:avLst/>
          </a:prstGeom>
          <a:ln w="25400">
            <a:solidFill>
              <a:srgbClr val="149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2487168"/>
            <a:ext cx="502920" cy="0"/>
          </a:xfrm>
          <a:prstGeom prst="line">
            <a:avLst/>
          </a:prstGeom>
          <a:ln w="25400">
            <a:solidFill>
              <a:srgbClr val="149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2487168"/>
            <a:ext cx="548640" cy="0"/>
          </a:xfrm>
          <a:prstGeom prst="line">
            <a:avLst/>
          </a:prstGeom>
          <a:ln w="25400">
            <a:solidFill>
              <a:srgbClr val="149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412480" y="3108960"/>
            <a:ext cx="1371600" cy="960120"/>
          </a:xfrm>
          <a:prstGeom prst="line">
            <a:avLst/>
          </a:prstGeom>
          <a:ln w="25400">
            <a:solidFill>
              <a:srgbClr val="26A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789920" y="3108960"/>
            <a:ext cx="91440" cy="960120"/>
          </a:xfrm>
          <a:prstGeom prst="line">
            <a:avLst/>
          </a:prstGeom>
          <a:ln w="25400">
            <a:solidFill>
              <a:srgbClr val="F1A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03720" y="4114800"/>
            <a:ext cx="2468880" cy="10515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4114800"/>
            <a:ext cx="73152" cy="1051560"/>
          </a:xfrm>
          <a:prstGeom prst="rect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4279392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930"/>
                </a:solidFill>
                <a:latin typeface="Aptos"/>
              </a:rPr>
              <a:t>YES → DELIVERED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681728"/>
            <a:ext cx="2084832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C84"/>
                </a:solidFill>
                <a:latin typeface="Aptos"/>
              </a:rPr>
              <a:t>Parcel successfully delivered.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114800"/>
            <a:ext cx="2057400" cy="10515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4114800"/>
            <a:ext cx="73152" cy="1051560"/>
          </a:xfrm>
          <a:prstGeom prst="rect">
            <a:avLst/>
          </a:prstGeom>
          <a:solidFill>
            <a:srgbClr val="F1A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4279392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930"/>
                </a:solidFill>
                <a:latin typeface="Aptos"/>
              </a:rPr>
              <a:t>NO → 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4681728"/>
            <a:ext cx="1673352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C84"/>
                </a:solidFill>
                <a:latin typeface="Aptos"/>
              </a:rPr>
              <a:t>Delivery not completed.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86200"/>
            <a:ext cx="53035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A40"/>
                </a:solidFill>
                <a:latin typeface="Aptos"/>
              </a:rPr>
              <a:t>At each stop, the user can:
• Move to the next stop
• Check current status
• Exit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57800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The program prevents movement beyond the final stop and validates menu and delivery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04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Implementation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Core logic is implemented as a Java console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5349240" cy="42519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73152" cy="4251960"/>
          </a:xfrm>
          <a:prstGeom prst="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1930"/>
                </a:solidFill>
                <a:latin typeface="Aptos"/>
              </a:rPr>
              <a:t>Java Concepts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04288"/>
            <a:ext cx="4965192" cy="3593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C84"/>
                </a:solidFill>
                <a:latin typeface="Aptos"/>
              </a:rPr>
              <a:t>Scanner — reads parcel ID and user choices
String array — stores the ordered route
while loop — repeats actions until tracking ends
switch statement — handles menu actions
if-else — processes delivery confirmation
equalsIgnoreCase() — accepts YES, yes, or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49240" cy="4251960"/>
          </a:xfrm>
          <a:prstGeom prst="roundRect">
            <a:avLst/>
          </a:prstGeom>
          <a:solidFill>
            <a:srgbClr val="10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5D2EB"/>
                </a:solidFill>
                <a:latin typeface="Aptos"/>
              </a:rPr>
              <a:t>CORE LOGIC (SIMPLIFIED)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4663440" cy="2971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String[] route = {
  "Warehouse",
  "Sorting Hub",
  "Customer Address"
};
int currentStopIndex = 0;
String status = "REGISTERED";
// Move, check status, or exit
// Confirm delivery at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53212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ED6"/>
                </a:solidFill>
                <a:latin typeface="Aptos"/>
              </a:rPr>
              <a:t>Full source code: Project22_CourierSys.java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Results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Example output from the parcel tracking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583680" cy="4343400"/>
          </a:xfrm>
          <a:prstGeom prst="roundRect">
            <a:avLst/>
          </a:prstGeom>
          <a:solidFill>
            <a:srgbClr val="10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943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5D2EB"/>
                </a:solidFill>
                <a:latin typeface="Aptos"/>
              </a:rPr>
              <a:t>SAMPLE CONSOLE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594360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Enter Parcel ID: PKG1024
Stop 1: Warehouse
Stop 2: Sorting Hub
Stop 3: Customer Address
Package moved to: Sorting Hub
Status: IN_TRANSIT
Confirm delivery? (yes/no): yes
SUCCESS: Parcel PKG1024 is marked as DELIVERED.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737360"/>
            <a:ext cx="393192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737360"/>
            <a:ext cx="73152" cy="1234440"/>
          </a:xfrm>
          <a:prstGeom prst="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1901952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Clear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304288"/>
            <a:ext cx="354787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Shows parcel ID, location, and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200400"/>
            <a:ext cx="393192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200400"/>
            <a:ext cx="73152" cy="1234440"/>
          </a:xfrm>
          <a:prstGeom prst="rect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364992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Input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767328"/>
            <a:ext cx="354787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Handles invalid choices and repeated yes/no prompts.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63440"/>
            <a:ext cx="393192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663440"/>
            <a:ext cx="73152" cy="1234440"/>
          </a:xfrm>
          <a:prstGeom prst="rect">
            <a:avLst/>
          </a:prstGeom>
          <a:solidFill>
            <a:srgbClr val="F1A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828031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1930"/>
                </a:solidFill>
                <a:latin typeface="Aptos"/>
              </a:rPr>
              <a:t>Safe Route Progression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5230368"/>
            <a:ext cx="354787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Stops the parcel from moving beyond the destination.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06 •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CO Attainments &amp; 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Course outcome mapping should be confirmed against the official course handout.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42062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4206240"/>
          </a:xfrm>
          <a:prstGeom prst="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1930"/>
                </a:solidFill>
                <a:latin typeface="Aptos"/>
              </a:rPr>
              <a:t>Skills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5010912" cy="3547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C84"/>
                </a:solidFill>
                <a:latin typeface="Aptos"/>
              </a:rPr>
              <a:t>• Java input and output using Scanner
• Arrays to store route information
• Loops to repeat tracking actions
• Selection using switch and if-else
• Input validation and status updates
• Modelling a real-world process with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303520" cy="42062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73152" cy="4206240"/>
          </a:xfrm>
          <a:prstGeom prst="rect">
            <a:avLst/>
          </a:prstGeom>
          <a:solidFill>
            <a:srgbClr val="45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47672"/>
            <a:ext cx="49377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1930"/>
                </a:solidFill>
                <a:latin typeface="Aptos"/>
              </a:rPr>
              <a:t>Team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919472" cy="3547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C84"/>
                </a:solidFill>
                <a:latin typeface="Aptos"/>
              </a:rPr>
              <a:t>Project: Courier Management System
Team Members:
Krishna Praneeth — 2620090037
Paurush Sirohi — 2620090004
Department: CSIT
Faculty Mentor: Dr Gopikrishna
Institution: KLH Bachupally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99D5"/>
                </a:solidFill>
                <a:latin typeface="Aptos"/>
              </a:rPr>
              <a:t>07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1930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C84"/>
                </a:solidFill>
                <a:latin typeface="Aptos"/>
              </a:rPr>
              <a:t>A basic end-to-end parcel tracking demonstration using core Java.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C84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C6C84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57800" cy="35661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3566160"/>
          </a:xfrm>
          <a:prstGeom prst="rect">
            <a:avLst/>
          </a:prstGeom>
          <a:solidFill>
            <a:srgbClr val="26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930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4873752" cy="29077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C84"/>
                </a:solidFill>
                <a:latin typeface="Aptos"/>
              </a:rPr>
              <a:t>The project demonstrates how Java can model a parcel's journey from registration to delivery.
It tracks the current location, updates status, and records the final delivery outcome.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57800" cy="356616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6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3566160"/>
          </a:xfrm>
          <a:prstGeom prst="rect">
            <a:avLst/>
          </a:prstGeom>
          <a:solidFill>
            <a:srgbClr val="149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933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930"/>
                </a:solidFill>
                <a:latin typeface="Aptos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95728"/>
            <a:ext cx="4873752" cy="29077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6C84"/>
                </a:solidFill>
                <a:latin typeface="Aptos"/>
              </a:rPr>
              <a:t>• Store and track multiple parcels
• Add estimated delivery time
• Save tracking history to a file or database
• Build a web or mobile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C6C84"/>
                </a:solidFill>
                <a:latin typeface="Aptos"/>
              </a:rPr>
              <a:t>Practical application: a foundation for a larger courier tracking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5D2EB"/>
                </a:solidFill>
                <a:latin typeface="Aptos"/>
              </a:rPr>
              <a:t>PROJECT 33  •  COURIER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18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AFC0D7"/>
                </a:solidFill>
                <a:latin typeface="Aptos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Presented by Krishna Praneeth and Paurush Sirohi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074920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FC0D7"/>
                </a:solidFill>
                <a:latin typeface="Aptos"/>
              </a:rPr>
              <a:t>CSIT  •  Roll Nos. 2620090037 and 2620090004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91A2BE"/>
                </a:solidFill>
                <a:latin typeface="Aptos"/>
              </a:rPr>
              <a:t>Faculty Mentor: Dr Gopikrishna  •  Institution: KLH Bachupally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